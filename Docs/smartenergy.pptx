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Hammersmith One"/>
      <p:regular r:id="rId15"/>
    </p:embeddedFont>
    <p:embeddedFont>
      <p:font typeface="Roboto Black"/>
      <p:bold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Montserrat Black"/>
      <p:bold r:id="rId22"/>
      <p:boldItalic r:id="rId23"/>
    </p:embeddedFont>
    <p:embeddedFont>
      <p:font typeface="Fira Sans Extra Condensed Medium"/>
      <p:regular r:id="rId24"/>
      <p:bold r:id="rId25"/>
      <p:italic r:id="rId26"/>
      <p:boldItalic r:id="rId27"/>
    </p:embeddedFont>
    <p:embeddedFont>
      <p:font typeface="Josefi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MontserratBlack-bold.fntdata"/><Relationship Id="rId21" Type="http://schemas.openxmlformats.org/officeDocument/2006/relationships/font" Target="fonts/Lato-boldItalic.fntdata"/><Relationship Id="rId24" Type="http://schemas.openxmlformats.org/officeDocument/2006/relationships/font" Target="fonts/FiraSansExtraCondensedMedium-regular.fntdata"/><Relationship Id="rId23" Type="http://schemas.openxmlformats.org/officeDocument/2006/relationships/font" Target="fonts/MontserratBlack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FiraSansExtraCondensedMedium-italic.fntdata"/><Relationship Id="rId25" Type="http://schemas.openxmlformats.org/officeDocument/2006/relationships/font" Target="fonts/FiraSansExtraCondensedMedium-bold.fntdata"/><Relationship Id="rId28" Type="http://schemas.openxmlformats.org/officeDocument/2006/relationships/font" Target="fonts/JosefinSans-regular.fntdata"/><Relationship Id="rId27" Type="http://schemas.openxmlformats.org/officeDocument/2006/relationships/font" Target="fonts/FiraSansExtraCondensed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Josefin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JosefinSans-boldItalic.fntdata"/><Relationship Id="rId30" Type="http://schemas.openxmlformats.org/officeDocument/2006/relationships/font" Target="fonts/Josefin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HammersmithOne-regular.fntdata"/><Relationship Id="rId14" Type="http://schemas.openxmlformats.org/officeDocument/2006/relationships/slide" Target="slides/slide10.xml"/><Relationship Id="rId17" Type="http://schemas.openxmlformats.org/officeDocument/2006/relationships/font" Target="fonts/RobotoBlack-boldItalic.fntdata"/><Relationship Id="rId16" Type="http://schemas.openxmlformats.org/officeDocument/2006/relationships/font" Target="fonts/RobotoBlack-bold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cec4d270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cec4d270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e17652f323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e17652f323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bd6c00e73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bd6c00e73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99f2f57a71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99f2f57a71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9f2f57a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99f2f57a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e383c3a578_0_1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e383c3a578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e18dd52992_0_2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e18dd52992_0_2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99f2f57a7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99f2f57a7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ba454a166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fba454a166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99f2f57a71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99f2f57a71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6075" y="1161150"/>
            <a:ext cx="4864500" cy="26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6075" y="3865893"/>
            <a:ext cx="43440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2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" name="Google Shape;13;p2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p2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969649" y="1875138"/>
            <a:ext cx="4492500" cy="11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969649" y="1084663"/>
            <a:ext cx="1429800" cy="12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7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969649" y="3345438"/>
            <a:ext cx="2556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" name="Google Shape;20;p3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" name="Google Shape;21;p3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" name="Google Shape;22;p3"/>
          <p:cNvSpPr txBox="1"/>
          <p:nvPr>
            <p:ph idx="3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idx="1" type="body"/>
          </p:nvPr>
        </p:nvSpPr>
        <p:spPr>
          <a:xfrm>
            <a:off x="720000" y="1536850"/>
            <a:ext cx="7704000" cy="29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100">
                <a:solidFill>
                  <a:srgbClr val="434343"/>
                </a:solidFill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AutoNum type="alphaLcPeriod"/>
              <a:defRPr sz="1100">
                <a:solidFill>
                  <a:srgbClr val="434343"/>
                </a:solidFill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AutoNum type="romanLcPeriod"/>
              <a:defRPr sz="1100">
                <a:solidFill>
                  <a:srgbClr val="434343"/>
                </a:solidFill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AutoNum type="arabicPeriod"/>
              <a:defRPr sz="1100">
                <a:solidFill>
                  <a:srgbClr val="434343"/>
                </a:solidFill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AutoNum type="alphaLcPeriod"/>
              <a:defRPr sz="1100">
                <a:solidFill>
                  <a:srgbClr val="434343"/>
                </a:solidFill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AutoNum type="romanLcPeriod"/>
              <a:defRPr sz="1100">
                <a:solidFill>
                  <a:srgbClr val="434343"/>
                </a:solidFill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AutoNum type="arabicPeriod"/>
              <a:defRPr sz="1100">
                <a:solidFill>
                  <a:srgbClr val="434343"/>
                </a:solidFill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AutoNum type="alphaLcPeriod"/>
              <a:defRPr sz="1100">
                <a:solidFill>
                  <a:srgbClr val="434343"/>
                </a:solidFill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100"/>
              <a:buFont typeface="Roboto Condensed Light"/>
              <a:buAutoNum type="romanLcPeriod"/>
              <a:defRPr sz="11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" name="Google Shape;26;p4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" name="Google Shape;27;p4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4"/>
          <p:cNvSpPr txBox="1"/>
          <p:nvPr>
            <p:ph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9" name="Google Shape;29;p4"/>
          <p:cNvSpPr txBox="1"/>
          <p:nvPr>
            <p:ph idx="2" type="title"/>
          </p:nvPr>
        </p:nvSpPr>
        <p:spPr>
          <a:xfrm>
            <a:off x="720000" y="866425"/>
            <a:ext cx="568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1773431" y="2907125"/>
            <a:ext cx="29709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title"/>
          </p:nvPr>
        </p:nvSpPr>
        <p:spPr>
          <a:xfrm>
            <a:off x="5209906" y="2907125"/>
            <a:ext cx="29712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5209913" y="3394750"/>
            <a:ext cx="2971200" cy="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" name="Google Shape;34;p5"/>
          <p:cNvSpPr txBox="1"/>
          <p:nvPr>
            <p:ph idx="3" type="subTitle"/>
          </p:nvPr>
        </p:nvSpPr>
        <p:spPr>
          <a:xfrm>
            <a:off x="1773631" y="3394750"/>
            <a:ext cx="2970900" cy="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" name="Google Shape;36;p5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" name="Google Shape;37;p5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" name="Google Shape;38;p5"/>
          <p:cNvSpPr txBox="1"/>
          <p:nvPr>
            <p:ph idx="4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" name="Google Shape;39;p5"/>
          <p:cNvSpPr txBox="1"/>
          <p:nvPr>
            <p:ph idx="5" type="title"/>
          </p:nvPr>
        </p:nvSpPr>
        <p:spPr>
          <a:xfrm>
            <a:off x="720000" y="866425"/>
            <a:ext cx="365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2" name="Google Shape;42;p6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" name="Google Shape;43;p6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" name="Google Shape;44;p6"/>
          <p:cNvSpPr txBox="1"/>
          <p:nvPr>
            <p:ph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5" name="Google Shape;45;p6"/>
          <p:cNvSpPr txBox="1"/>
          <p:nvPr>
            <p:ph idx="2" type="title"/>
          </p:nvPr>
        </p:nvSpPr>
        <p:spPr>
          <a:xfrm>
            <a:off x="1728150" y="866425"/>
            <a:ext cx="568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720000" y="1617525"/>
            <a:ext cx="28305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9" name="Google Shape;49;p7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" name="Google Shape;50;p7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" name="Google Shape;51;p7"/>
          <p:cNvSpPr txBox="1"/>
          <p:nvPr>
            <p:ph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2" name="Google Shape;52;p7"/>
          <p:cNvSpPr txBox="1"/>
          <p:nvPr>
            <p:ph idx="2" type="title"/>
          </p:nvPr>
        </p:nvSpPr>
        <p:spPr>
          <a:xfrm>
            <a:off x="720000" y="866425"/>
            <a:ext cx="568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1422550" y="1383300"/>
            <a:ext cx="6298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8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8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8"/>
          <p:cNvSpPr txBox="1"/>
          <p:nvPr>
            <p:ph idx="2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3463375" y="1459513"/>
            <a:ext cx="5297700" cy="15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9"/>
          <p:cNvSpPr txBox="1"/>
          <p:nvPr>
            <p:ph idx="1" type="subTitle"/>
          </p:nvPr>
        </p:nvSpPr>
        <p:spPr>
          <a:xfrm>
            <a:off x="3463375" y="2820288"/>
            <a:ext cx="4157400" cy="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3" name="Google Shape;63;p9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9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9"/>
          <p:cNvSpPr txBox="1"/>
          <p:nvPr>
            <p:ph idx="2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868250" y="1148050"/>
            <a:ext cx="4563600" cy="12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hasCustomPrompt="1" type="title"/>
          </p:nvPr>
        </p:nvSpPr>
        <p:spPr>
          <a:xfrm>
            <a:off x="1284000" y="1311100"/>
            <a:ext cx="6576000" cy="21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000">
                <a:solidFill>
                  <a:srgbClr val="10112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1284000" y="33352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2" name="Google Shape;72;p11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1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1"/>
          <p:cNvSpPr txBox="1"/>
          <p:nvPr>
            <p:ph idx="2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title"/>
          </p:nvPr>
        </p:nvSpPr>
        <p:spPr>
          <a:xfrm>
            <a:off x="5626875" y="3058675"/>
            <a:ext cx="2797200" cy="13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hasCustomPrompt="1" idx="2" type="title"/>
          </p:nvPr>
        </p:nvSpPr>
        <p:spPr>
          <a:xfrm>
            <a:off x="722223" y="3292758"/>
            <a:ext cx="25161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/>
          <p:nvPr>
            <p:ph hasCustomPrompt="1" idx="3" type="title"/>
          </p:nvPr>
        </p:nvSpPr>
        <p:spPr>
          <a:xfrm>
            <a:off x="3457684" y="3292758"/>
            <a:ext cx="25161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/>
          <p:nvPr>
            <p:ph hasCustomPrompt="1" idx="4" type="title"/>
          </p:nvPr>
        </p:nvSpPr>
        <p:spPr>
          <a:xfrm>
            <a:off x="722223" y="2109223"/>
            <a:ext cx="25161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hasCustomPrompt="1" idx="5" type="title"/>
          </p:nvPr>
        </p:nvSpPr>
        <p:spPr>
          <a:xfrm>
            <a:off x="3457684" y="2109223"/>
            <a:ext cx="25161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hasCustomPrompt="1" idx="6" type="title"/>
          </p:nvPr>
        </p:nvSpPr>
        <p:spPr>
          <a:xfrm>
            <a:off x="722223" y="898825"/>
            <a:ext cx="25161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hasCustomPrompt="1" idx="7" type="title"/>
          </p:nvPr>
        </p:nvSpPr>
        <p:spPr>
          <a:xfrm>
            <a:off x="3457684" y="898825"/>
            <a:ext cx="25161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idx="8" type="ctrTitle"/>
          </p:nvPr>
        </p:nvSpPr>
        <p:spPr>
          <a:xfrm>
            <a:off x="714175" y="3684122"/>
            <a:ext cx="2516100" cy="32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714175" y="3888474"/>
            <a:ext cx="25161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9" type="ctrTitle"/>
          </p:nvPr>
        </p:nvSpPr>
        <p:spPr>
          <a:xfrm>
            <a:off x="3457671" y="3684122"/>
            <a:ext cx="2516100" cy="32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7" name="Google Shape;87;p13"/>
          <p:cNvSpPr txBox="1"/>
          <p:nvPr>
            <p:ph idx="13" type="subTitle"/>
          </p:nvPr>
        </p:nvSpPr>
        <p:spPr>
          <a:xfrm>
            <a:off x="3457676" y="3888475"/>
            <a:ext cx="25161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/>
          <p:nvPr/>
        </p:nvSpPr>
        <p:spPr>
          <a:xfrm>
            <a:off x="1150175" y="2700900"/>
            <a:ext cx="2525" cy="25"/>
          </a:xfrm>
          <a:custGeom>
            <a:rect b="b" l="l" r="r" t="t"/>
            <a:pathLst>
              <a:path extrusionOk="0" h="1" w="101">
                <a:moveTo>
                  <a:pt x="101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CE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 txBox="1"/>
          <p:nvPr>
            <p:ph idx="14" type="ctrTitle"/>
          </p:nvPr>
        </p:nvSpPr>
        <p:spPr>
          <a:xfrm>
            <a:off x="714175" y="2500591"/>
            <a:ext cx="2516100" cy="32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0" name="Google Shape;90;p13"/>
          <p:cNvSpPr txBox="1"/>
          <p:nvPr>
            <p:ph idx="15" type="subTitle"/>
          </p:nvPr>
        </p:nvSpPr>
        <p:spPr>
          <a:xfrm>
            <a:off x="714175" y="2704946"/>
            <a:ext cx="25161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6" type="ctrTitle"/>
          </p:nvPr>
        </p:nvSpPr>
        <p:spPr>
          <a:xfrm>
            <a:off x="3457671" y="2500591"/>
            <a:ext cx="2516100" cy="32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2" name="Google Shape;92;p13"/>
          <p:cNvSpPr txBox="1"/>
          <p:nvPr>
            <p:ph idx="17" type="subTitle"/>
          </p:nvPr>
        </p:nvSpPr>
        <p:spPr>
          <a:xfrm>
            <a:off x="3457676" y="2704947"/>
            <a:ext cx="25161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8" type="ctrTitle"/>
          </p:nvPr>
        </p:nvSpPr>
        <p:spPr>
          <a:xfrm>
            <a:off x="714175" y="1290241"/>
            <a:ext cx="2516100" cy="32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19" type="subTitle"/>
          </p:nvPr>
        </p:nvSpPr>
        <p:spPr>
          <a:xfrm>
            <a:off x="714175" y="1494518"/>
            <a:ext cx="25161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20" type="ctrTitle"/>
          </p:nvPr>
        </p:nvSpPr>
        <p:spPr>
          <a:xfrm>
            <a:off x="3457671" y="1290241"/>
            <a:ext cx="2516100" cy="32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6" name="Google Shape;96;p13"/>
          <p:cNvSpPr txBox="1"/>
          <p:nvPr>
            <p:ph idx="21" type="subTitle"/>
          </p:nvPr>
        </p:nvSpPr>
        <p:spPr>
          <a:xfrm>
            <a:off x="3457676" y="1494519"/>
            <a:ext cx="25161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8" name="Google Shape;98;p13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3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3"/>
          <p:cNvSpPr txBox="1"/>
          <p:nvPr>
            <p:ph idx="22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title"/>
          </p:nvPr>
        </p:nvSpPr>
        <p:spPr>
          <a:xfrm>
            <a:off x="4212225" y="1875138"/>
            <a:ext cx="3739200" cy="11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3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3" name="Google Shape;103;p14"/>
          <p:cNvSpPr txBox="1"/>
          <p:nvPr>
            <p:ph hasCustomPrompt="1" idx="2" type="title"/>
          </p:nvPr>
        </p:nvSpPr>
        <p:spPr>
          <a:xfrm>
            <a:off x="6521625" y="1084663"/>
            <a:ext cx="1429800" cy="12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b="1" sz="7200">
                <a:solidFill>
                  <a:schemeClr val="dk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/>
          <p:nvPr>
            <p:ph idx="1" type="subTitle"/>
          </p:nvPr>
        </p:nvSpPr>
        <p:spPr>
          <a:xfrm>
            <a:off x="5394825" y="3345438"/>
            <a:ext cx="2556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5" name="Google Shape;105;p14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4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4"/>
          <p:cNvSpPr txBox="1"/>
          <p:nvPr>
            <p:ph idx="3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8" name="Google Shape;108;p14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1827900" y="1946325"/>
            <a:ext cx="5488200" cy="11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1" name="Google Shape;111;p15"/>
          <p:cNvSpPr txBox="1"/>
          <p:nvPr>
            <p:ph hasCustomPrompt="1" idx="2" type="title"/>
          </p:nvPr>
        </p:nvSpPr>
        <p:spPr>
          <a:xfrm>
            <a:off x="3857100" y="1155850"/>
            <a:ext cx="1429800" cy="12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7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3293700" y="3416625"/>
            <a:ext cx="2556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5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14" name="Google Shape;114;p15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5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5"/>
          <p:cNvSpPr txBox="1"/>
          <p:nvPr>
            <p:ph idx="3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>
            <p:ph type="title"/>
          </p:nvPr>
        </p:nvSpPr>
        <p:spPr>
          <a:xfrm>
            <a:off x="1133625" y="3198525"/>
            <a:ext cx="43344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1133625" y="1774150"/>
            <a:ext cx="4318200" cy="12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6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6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16"/>
          <p:cNvSpPr txBox="1"/>
          <p:nvPr>
            <p:ph idx="2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8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3758108" y="1183875"/>
            <a:ext cx="307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7" name="Google Shape;127;p17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7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7"/>
          <p:cNvSpPr txBox="1"/>
          <p:nvPr>
            <p:ph idx="2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3758100" y="1939675"/>
            <a:ext cx="4558200" cy="2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1368156" y="2830925"/>
            <a:ext cx="29709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3" name="Google Shape;133;p18"/>
          <p:cNvSpPr txBox="1"/>
          <p:nvPr>
            <p:ph idx="2" type="title"/>
          </p:nvPr>
        </p:nvSpPr>
        <p:spPr>
          <a:xfrm>
            <a:off x="4804631" y="2830925"/>
            <a:ext cx="29712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idx="1" type="subTitle"/>
          </p:nvPr>
        </p:nvSpPr>
        <p:spPr>
          <a:xfrm>
            <a:off x="4804638" y="3318550"/>
            <a:ext cx="2971200" cy="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5" name="Google Shape;135;p18"/>
          <p:cNvSpPr txBox="1"/>
          <p:nvPr>
            <p:ph idx="3" type="subTitle"/>
          </p:nvPr>
        </p:nvSpPr>
        <p:spPr>
          <a:xfrm>
            <a:off x="1368356" y="3318550"/>
            <a:ext cx="2970900" cy="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6" name="Google Shape;136;p18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7" name="Google Shape;137;p18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18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p18"/>
          <p:cNvSpPr txBox="1"/>
          <p:nvPr>
            <p:ph idx="4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18"/>
          <p:cNvSpPr txBox="1"/>
          <p:nvPr>
            <p:ph idx="5" type="title"/>
          </p:nvPr>
        </p:nvSpPr>
        <p:spPr>
          <a:xfrm>
            <a:off x="720000" y="86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937626" y="2918692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3" name="Google Shape;143;p19"/>
          <p:cNvSpPr txBox="1"/>
          <p:nvPr>
            <p:ph idx="1" type="subTitle"/>
          </p:nvPr>
        </p:nvSpPr>
        <p:spPr>
          <a:xfrm>
            <a:off x="937626" y="3375977"/>
            <a:ext cx="21753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9"/>
          <p:cNvSpPr txBox="1"/>
          <p:nvPr>
            <p:ph idx="2" type="title"/>
          </p:nvPr>
        </p:nvSpPr>
        <p:spPr>
          <a:xfrm>
            <a:off x="3484348" y="2918692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5" name="Google Shape;145;p19"/>
          <p:cNvSpPr txBox="1"/>
          <p:nvPr>
            <p:ph idx="3" type="subTitle"/>
          </p:nvPr>
        </p:nvSpPr>
        <p:spPr>
          <a:xfrm>
            <a:off x="3484347" y="3375977"/>
            <a:ext cx="21753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9"/>
          <p:cNvSpPr txBox="1"/>
          <p:nvPr>
            <p:ph idx="4" type="title"/>
          </p:nvPr>
        </p:nvSpPr>
        <p:spPr>
          <a:xfrm>
            <a:off x="6031071" y="2918692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7" name="Google Shape;147;p19"/>
          <p:cNvSpPr txBox="1"/>
          <p:nvPr>
            <p:ph idx="5" type="subTitle"/>
          </p:nvPr>
        </p:nvSpPr>
        <p:spPr>
          <a:xfrm>
            <a:off x="6031074" y="3375977"/>
            <a:ext cx="21753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9" name="Google Shape;149;p19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9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19"/>
          <p:cNvSpPr txBox="1"/>
          <p:nvPr>
            <p:ph idx="6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52" name="Google Shape;152;p19"/>
          <p:cNvSpPr txBox="1"/>
          <p:nvPr>
            <p:ph idx="7" type="title"/>
          </p:nvPr>
        </p:nvSpPr>
        <p:spPr>
          <a:xfrm>
            <a:off x="720000" y="866425"/>
            <a:ext cx="766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TITLE_1_1_1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title"/>
          </p:nvPr>
        </p:nvSpPr>
        <p:spPr>
          <a:xfrm>
            <a:off x="1381044" y="1844750"/>
            <a:ext cx="1750200" cy="475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155" name="Google Shape;155;p20"/>
          <p:cNvSpPr txBox="1"/>
          <p:nvPr>
            <p:ph idx="2" type="title"/>
          </p:nvPr>
        </p:nvSpPr>
        <p:spPr>
          <a:xfrm>
            <a:off x="4046594" y="1844750"/>
            <a:ext cx="1750200" cy="475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156" name="Google Shape;156;p20"/>
          <p:cNvSpPr txBox="1"/>
          <p:nvPr>
            <p:ph idx="1" type="subTitle"/>
          </p:nvPr>
        </p:nvSpPr>
        <p:spPr>
          <a:xfrm>
            <a:off x="4046599" y="2346250"/>
            <a:ext cx="17502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7" name="Google Shape;157;p20"/>
          <p:cNvSpPr txBox="1"/>
          <p:nvPr>
            <p:ph idx="3" type="subTitle"/>
          </p:nvPr>
        </p:nvSpPr>
        <p:spPr>
          <a:xfrm>
            <a:off x="1381049" y="2346250"/>
            <a:ext cx="17502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8" name="Google Shape;158;p20"/>
          <p:cNvSpPr txBox="1"/>
          <p:nvPr>
            <p:ph idx="4" type="title"/>
          </p:nvPr>
        </p:nvSpPr>
        <p:spPr>
          <a:xfrm>
            <a:off x="6635706" y="1844750"/>
            <a:ext cx="1750200" cy="475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159" name="Google Shape;159;p20"/>
          <p:cNvSpPr txBox="1"/>
          <p:nvPr>
            <p:ph idx="5" type="subTitle"/>
          </p:nvPr>
        </p:nvSpPr>
        <p:spPr>
          <a:xfrm>
            <a:off x="6635701" y="2346250"/>
            <a:ext cx="17502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0" name="Google Shape;160;p20"/>
          <p:cNvSpPr txBox="1"/>
          <p:nvPr>
            <p:ph idx="6" type="title"/>
          </p:nvPr>
        </p:nvSpPr>
        <p:spPr>
          <a:xfrm>
            <a:off x="1381044" y="3209351"/>
            <a:ext cx="1750200" cy="475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7" type="title"/>
          </p:nvPr>
        </p:nvSpPr>
        <p:spPr>
          <a:xfrm>
            <a:off x="4046594" y="3209350"/>
            <a:ext cx="1750200" cy="475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162" name="Google Shape;162;p20"/>
          <p:cNvSpPr txBox="1"/>
          <p:nvPr>
            <p:ph idx="8" type="subTitle"/>
          </p:nvPr>
        </p:nvSpPr>
        <p:spPr>
          <a:xfrm>
            <a:off x="4046599" y="3714453"/>
            <a:ext cx="17502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3" name="Google Shape;163;p20"/>
          <p:cNvSpPr txBox="1"/>
          <p:nvPr>
            <p:ph idx="9" type="subTitle"/>
          </p:nvPr>
        </p:nvSpPr>
        <p:spPr>
          <a:xfrm>
            <a:off x="1381060" y="3714453"/>
            <a:ext cx="17502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4" name="Google Shape;164;p20"/>
          <p:cNvSpPr txBox="1"/>
          <p:nvPr>
            <p:ph idx="13" type="title"/>
          </p:nvPr>
        </p:nvSpPr>
        <p:spPr>
          <a:xfrm>
            <a:off x="6635706" y="3209351"/>
            <a:ext cx="1750200" cy="475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165" name="Google Shape;165;p20"/>
          <p:cNvSpPr txBox="1"/>
          <p:nvPr>
            <p:ph idx="14" type="subTitle"/>
          </p:nvPr>
        </p:nvSpPr>
        <p:spPr>
          <a:xfrm>
            <a:off x="6635701" y="3714453"/>
            <a:ext cx="17502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6" name="Google Shape;166;p20"/>
          <p:cNvSpPr txBox="1"/>
          <p:nvPr>
            <p:ph idx="15" type="title"/>
          </p:nvPr>
        </p:nvSpPr>
        <p:spPr>
          <a:xfrm>
            <a:off x="720000" y="85463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67" name="Google Shape;167;p20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8" name="Google Shape;168;p20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0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20"/>
          <p:cNvSpPr txBox="1"/>
          <p:nvPr>
            <p:ph idx="16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TITLE_1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type="title"/>
          </p:nvPr>
        </p:nvSpPr>
        <p:spPr>
          <a:xfrm>
            <a:off x="1059849" y="3793850"/>
            <a:ext cx="20745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2" type="title"/>
          </p:nvPr>
        </p:nvSpPr>
        <p:spPr>
          <a:xfrm>
            <a:off x="3534749" y="3793850"/>
            <a:ext cx="20745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174" name="Google Shape;174;p21"/>
          <p:cNvSpPr txBox="1"/>
          <p:nvPr>
            <p:ph idx="1" type="subTitle"/>
          </p:nvPr>
        </p:nvSpPr>
        <p:spPr>
          <a:xfrm>
            <a:off x="3534752" y="3004248"/>
            <a:ext cx="2074500" cy="7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5" name="Google Shape;175;p21"/>
          <p:cNvSpPr txBox="1"/>
          <p:nvPr>
            <p:ph idx="3" type="subTitle"/>
          </p:nvPr>
        </p:nvSpPr>
        <p:spPr>
          <a:xfrm>
            <a:off x="1059982" y="3004248"/>
            <a:ext cx="2074500" cy="7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6" name="Google Shape;176;p21"/>
          <p:cNvSpPr txBox="1"/>
          <p:nvPr>
            <p:ph idx="4" type="title"/>
          </p:nvPr>
        </p:nvSpPr>
        <p:spPr>
          <a:xfrm>
            <a:off x="6009651" y="3793850"/>
            <a:ext cx="20745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177" name="Google Shape;177;p21"/>
          <p:cNvSpPr txBox="1"/>
          <p:nvPr>
            <p:ph idx="5" type="subTitle"/>
          </p:nvPr>
        </p:nvSpPr>
        <p:spPr>
          <a:xfrm>
            <a:off x="6009651" y="3004248"/>
            <a:ext cx="2074500" cy="7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8" name="Google Shape;178;p21"/>
          <p:cNvSpPr txBox="1"/>
          <p:nvPr>
            <p:ph idx="6" type="title"/>
          </p:nvPr>
        </p:nvSpPr>
        <p:spPr>
          <a:xfrm>
            <a:off x="720000" y="842457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9" name="Google Shape;179;p21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80" name="Google Shape;180;p21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1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21"/>
          <p:cNvSpPr txBox="1"/>
          <p:nvPr>
            <p:ph idx="7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83" name="Google Shape;183;p21"/>
          <p:cNvSpPr txBox="1"/>
          <p:nvPr>
            <p:ph hasCustomPrompt="1" idx="8" type="title"/>
          </p:nvPr>
        </p:nvSpPr>
        <p:spPr>
          <a:xfrm>
            <a:off x="1382200" y="1903844"/>
            <a:ext cx="14298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4" name="Google Shape;184;p21"/>
          <p:cNvSpPr txBox="1"/>
          <p:nvPr>
            <p:ph hasCustomPrompt="1" idx="9" type="title"/>
          </p:nvPr>
        </p:nvSpPr>
        <p:spPr>
          <a:xfrm>
            <a:off x="3857100" y="1903844"/>
            <a:ext cx="14298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5" name="Google Shape;185;p21"/>
          <p:cNvSpPr txBox="1"/>
          <p:nvPr>
            <p:ph hasCustomPrompt="1" idx="13" type="title"/>
          </p:nvPr>
        </p:nvSpPr>
        <p:spPr>
          <a:xfrm>
            <a:off x="6332000" y="1903844"/>
            <a:ext cx="14298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TITLE_1_1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1059849" y="1833188"/>
            <a:ext cx="20745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2" type="title"/>
          </p:nvPr>
        </p:nvSpPr>
        <p:spPr>
          <a:xfrm>
            <a:off x="3534749" y="1833188"/>
            <a:ext cx="20745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1" type="subTitle"/>
          </p:nvPr>
        </p:nvSpPr>
        <p:spPr>
          <a:xfrm>
            <a:off x="3534747" y="3613850"/>
            <a:ext cx="207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0" name="Google Shape;190;p22"/>
          <p:cNvSpPr txBox="1"/>
          <p:nvPr>
            <p:ph idx="3" type="subTitle"/>
          </p:nvPr>
        </p:nvSpPr>
        <p:spPr>
          <a:xfrm>
            <a:off x="1059975" y="3613850"/>
            <a:ext cx="207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1" name="Google Shape;191;p22"/>
          <p:cNvSpPr txBox="1"/>
          <p:nvPr>
            <p:ph idx="4" type="title"/>
          </p:nvPr>
        </p:nvSpPr>
        <p:spPr>
          <a:xfrm>
            <a:off x="6009649" y="1833188"/>
            <a:ext cx="20745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Roboto Black"/>
              <a:buNone/>
              <a:defRPr sz="200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5" type="subTitle"/>
          </p:nvPr>
        </p:nvSpPr>
        <p:spPr>
          <a:xfrm>
            <a:off x="6009649" y="3613850"/>
            <a:ext cx="207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3" name="Google Shape;193;p22"/>
          <p:cNvSpPr txBox="1"/>
          <p:nvPr>
            <p:ph idx="6" type="title"/>
          </p:nvPr>
        </p:nvSpPr>
        <p:spPr>
          <a:xfrm>
            <a:off x="720000" y="843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4" name="Google Shape;194;p22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5" name="Google Shape;195;p22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2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2"/>
          <p:cNvSpPr txBox="1"/>
          <p:nvPr>
            <p:ph idx="7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TITLE_ONLY_1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0" name="Google Shape;200;p23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3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23"/>
          <p:cNvSpPr txBox="1"/>
          <p:nvPr>
            <p:ph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3" name="Google Shape;203;p23"/>
          <p:cNvSpPr txBox="1"/>
          <p:nvPr>
            <p:ph idx="2" type="title"/>
          </p:nvPr>
        </p:nvSpPr>
        <p:spPr>
          <a:xfrm>
            <a:off x="720000" y="866425"/>
            <a:ext cx="514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4" name="Google Shape;204;p23"/>
          <p:cNvSpPr txBox="1"/>
          <p:nvPr>
            <p:ph idx="3" type="title"/>
          </p:nvPr>
        </p:nvSpPr>
        <p:spPr>
          <a:xfrm>
            <a:off x="1031419" y="1838950"/>
            <a:ext cx="1750200" cy="475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205" name="Google Shape;205;p23"/>
          <p:cNvSpPr txBox="1"/>
          <p:nvPr>
            <p:ph idx="4" type="title"/>
          </p:nvPr>
        </p:nvSpPr>
        <p:spPr>
          <a:xfrm>
            <a:off x="2901919" y="1838950"/>
            <a:ext cx="1750200" cy="475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idx="1" type="subTitle"/>
          </p:nvPr>
        </p:nvSpPr>
        <p:spPr>
          <a:xfrm>
            <a:off x="2901924" y="2264250"/>
            <a:ext cx="17502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>
                <a:solidFill>
                  <a:srgbClr val="0F0F0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7" name="Google Shape;207;p23"/>
          <p:cNvSpPr txBox="1"/>
          <p:nvPr>
            <p:ph idx="5" type="subTitle"/>
          </p:nvPr>
        </p:nvSpPr>
        <p:spPr>
          <a:xfrm>
            <a:off x="1031424" y="2264250"/>
            <a:ext cx="17502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>
                <a:solidFill>
                  <a:srgbClr val="0F0F0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8" name="Google Shape;208;p23"/>
          <p:cNvSpPr txBox="1"/>
          <p:nvPr>
            <p:ph idx="6" type="title"/>
          </p:nvPr>
        </p:nvSpPr>
        <p:spPr>
          <a:xfrm>
            <a:off x="1031419" y="3203551"/>
            <a:ext cx="1750200" cy="475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7" type="title"/>
          </p:nvPr>
        </p:nvSpPr>
        <p:spPr>
          <a:xfrm>
            <a:off x="2901919" y="3203550"/>
            <a:ext cx="1750200" cy="475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8" type="subTitle"/>
          </p:nvPr>
        </p:nvSpPr>
        <p:spPr>
          <a:xfrm>
            <a:off x="2901924" y="3632453"/>
            <a:ext cx="17502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>
                <a:solidFill>
                  <a:srgbClr val="0F0F0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1" name="Google Shape;211;p23"/>
          <p:cNvSpPr txBox="1"/>
          <p:nvPr>
            <p:ph idx="9" type="subTitle"/>
          </p:nvPr>
        </p:nvSpPr>
        <p:spPr>
          <a:xfrm>
            <a:off x="1031435" y="3632453"/>
            <a:ext cx="17502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>
                <a:solidFill>
                  <a:srgbClr val="0F0F0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4" name="Google Shape;214;p24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4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4"/>
          <p:cNvSpPr txBox="1"/>
          <p:nvPr>
            <p:ph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7" name="Google Shape;217;p24"/>
          <p:cNvSpPr txBox="1"/>
          <p:nvPr>
            <p:ph idx="2" type="title"/>
          </p:nvPr>
        </p:nvSpPr>
        <p:spPr>
          <a:xfrm>
            <a:off x="720000" y="866425"/>
            <a:ext cx="514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3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type="title"/>
          </p:nvPr>
        </p:nvSpPr>
        <p:spPr>
          <a:xfrm>
            <a:off x="872400" y="1747888"/>
            <a:ext cx="31434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0" name="Google Shape;220;p25"/>
          <p:cNvSpPr txBox="1"/>
          <p:nvPr>
            <p:ph idx="1" type="subTitle"/>
          </p:nvPr>
        </p:nvSpPr>
        <p:spPr>
          <a:xfrm>
            <a:off x="872400" y="2582613"/>
            <a:ext cx="3143400" cy="8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5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2" name="Google Shape;222;p25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5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5"/>
          <p:cNvSpPr txBox="1"/>
          <p:nvPr>
            <p:ph idx="2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4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type="ctrTitle"/>
          </p:nvPr>
        </p:nvSpPr>
        <p:spPr>
          <a:xfrm>
            <a:off x="1717450" y="768600"/>
            <a:ext cx="5709000" cy="116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27" name="Google Shape;227;p26"/>
          <p:cNvSpPr txBox="1"/>
          <p:nvPr>
            <p:ph idx="1" type="subTitle"/>
          </p:nvPr>
        </p:nvSpPr>
        <p:spPr>
          <a:xfrm>
            <a:off x="1717450" y="1860900"/>
            <a:ext cx="5709000" cy="33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8" name="Google Shape;228;p26"/>
          <p:cNvSpPr txBox="1"/>
          <p:nvPr>
            <p:ph idx="2" type="subTitle"/>
          </p:nvPr>
        </p:nvSpPr>
        <p:spPr>
          <a:xfrm>
            <a:off x="1717450" y="2198646"/>
            <a:ext cx="5709000" cy="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9" name="Google Shape;229;p26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0" name="Google Shape;230;p26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6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6"/>
          <p:cNvSpPr txBox="1"/>
          <p:nvPr>
            <p:ph idx="3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33" name="Google Shape;233;p26"/>
          <p:cNvSpPr txBox="1"/>
          <p:nvPr/>
        </p:nvSpPr>
        <p:spPr>
          <a:xfrm>
            <a:off x="2264625" y="3687900"/>
            <a:ext cx="4614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000">
                <a:solidFill>
                  <a:srgbClr val="000000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including icons by</a:t>
            </a:r>
            <a:r>
              <a:rPr b="1"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 sz="1000">
                <a:solidFill>
                  <a:srgbClr val="000000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and infographics &amp; images by</a:t>
            </a:r>
            <a:r>
              <a:rPr b="1"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 sz="1000">
                <a:solidFill>
                  <a:srgbClr val="000000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SECTION_TITLE_AND_DESCRIPTION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6" name="Google Shape;236;p27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7"/>
          <p:cNvCxnSpPr/>
          <p:nvPr/>
        </p:nvCxnSpPr>
        <p:spPr>
          <a:xfrm rot="10800000">
            <a:off x="357525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27"/>
          <p:cNvSpPr txBox="1"/>
          <p:nvPr>
            <p:ph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SECTION_TITLE_AND_DESCRIPTION_1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/>
          <p:nvPr>
            <p:ph idx="12" type="sldNum"/>
          </p:nvPr>
        </p:nvSpPr>
        <p:spPr>
          <a:xfrm>
            <a:off x="357525" y="4513500"/>
            <a:ext cx="410700" cy="4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buNone/>
              <a:defRPr b="1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1" name="Google Shape;241;p28"/>
          <p:cNvCxnSpPr/>
          <p:nvPr/>
        </p:nvCxnSpPr>
        <p:spPr>
          <a:xfrm rot="10800000">
            <a:off x="357600" y="705825"/>
            <a:ext cx="84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28"/>
          <p:cNvCxnSpPr/>
          <p:nvPr/>
        </p:nvCxnSpPr>
        <p:spPr>
          <a:xfrm rot="10800000">
            <a:off x="963900" y="4729650"/>
            <a:ext cx="782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28"/>
          <p:cNvSpPr txBox="1"/>
          <p:nvPr>
            <p:ph type="ctrTitle"/>
          </p:nvPr>
        </p:nvSpPr>
        <p:spPr>
          <a:xfrm>
            <a:off x="35752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ammersmith One"/>
              <a:buNone/>
              <a:defRPr b="1" sz="3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ammersmith One"/>
              <a:buNone/>
              <a:defRPr b="1" sz="3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ammersmith One"/>
              <a:buNone/>
              <a:defRPr b="1" sz="3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ammersmith One"/>
              <a:buNone/>
              <a:defRPr b="1" sz="3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ammersmith One"/>
              <a:buNone/>
              <a:defRPr b="1" sz="3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ammersmith One"/>
              <a:buNone/>
              <a:defRPr b="1" sz="3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ammersmith One"/>
              <a:buNone/>
              <a:defRPr b="1" sz="3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ammersmith One"/>
              <a:buNone/>
              <a:defRPr b="1" sz="3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ammersmith One"/>
              <a:buNone/>
              <a:defRPr b="1" sz="3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transition spd="med">
    <p:push dir="r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/>
          <p:nvPr/>
        </p:nvSpPr>
        <p:spPr>
          <a:xfrm>
            <a:off x="5800838" y="1603450"/>
            <a:ext cx="2144100" cy="214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9"/>
          <p:cNvSpPr txBox="1"/>
          <p:nvPr>
            <p:ph type="ctrTitle"/>
          </p:nvPr>
        </p:nvSpPr>
        <p:spPr>
          <a:xfrm>
            <a:off x="716075" y="1161150"/>
            <a:ext cx="4864500" cy="26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 sz="3000"/>
              <a:t>Optimal Scheduling of Household Appliances under Time-Variable Electricity Tariffs </a:t>
            </a:r>
            <a:endParaRPr sz="3000"/>
          </a:p>
        </p:txBody>
      </p:sp>
      <p:sp>
        <p:nvSpPr>
          <p:cNvPr id="250" name="Google Shape;250;p29"/>
          <p:cNvSpPr txBox="1"/>
          <p:nvPr>
            <p:ph idx="1" type="subTitle"/>
          </p:nvPr>
        </p:nvSpPr>
        <p:spPr>
          <a:xfrm>
            <a:off x="716075" y="3865893"/>
            <a:ext cx="43440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 sz="1300"/>
              <a:t>Suzan Alsayek</a:t>
            </a:r>
            <a:endParaRPr sz="1300"/>
          </a:p>
        </p:txBody>
      </p:sp>
      <p:grpSp>
        <p:nvGrpSpPr>
          <p:cNvPr id="251" name="Google Shape;251;p29"/>
          <p:cNvGrpSpPr/>
          <p:nvPr/>
        </p:nvGrpSpPr>
        <p:grpSpPr>
          <a:xfrm>
            <a:off x="6409768" y="2491065"/>
            <a:ext cx="1412475" cy="1789805"/>
            <a:chOff x="2077225" y="1594300"/>
            <a:chExt cx="899150" cy="1139350"/>
          </a:xfrm>
        </p:grpSpPr>
        <p:sp>
          <p:nvSpPr>
            <p:cNvPr id="252" name="Google Shape;252;p29"/>
            <p:cNvSpPr/>
            <p:nvPr/>
          </p:nvSpPr>
          <p:spPr>
            <a:xfrm>
              <a:off x="2252375" y="1786125"/>
              <a:ext cx="535500" cy="779875"/>
            </a:xfrm>
            <a:custGeom>
              <a:rect b="b" l="l" r="r" t="t"/>
              <a:pathLst>
                <a:path extrusionOk="0" h="31195" w="21420">
                  <a:moveTo>
                    <a:pt x="11110" y="0"/>
                  </a:moveTo>
                  <a:lnTo>
                    <a:pt x="10310" y="67"/>
                  </a:lnTo>
                  <a:lnTo>
                    <a:pt x="9542" y="201"/>
                  </a:lnTo>
                  <a:lnTo>
                    <a:pt x="8775" y="367"/>
                  </a:lnTo>
                  <a:lnTo>
                    <a:pt x="8041" y="601"/>
                  </a:lnTo>
                  <a:lnTo>
                    <a:pt x="7274" y="868"/>
                  </a:lnTo>
                  <a:lnTo>
                    <a:pt x="6573" y="1168"/>
                  </a:lnTo>
                  <a:lnTo>
                    <a:pt x="5872" y="1535"/>
                  </a:lnTo>
                  <a:lnTo>
                    <a:pt x="5205" y="1969"/>
                  </a:lnTo>
                  <a:lnTo>
                    <a:pt x="4571" y="2436"/>
                  </a:lnTo>
                  <a:lnTo>
                    <a:pt x="3971" y="2936"/>
                  </a:lnTo>
                  <a:lnTo>
                    <a:pt x="3437" y="3470"/>
                  </a:lnTo>
                  <a:lnTo>
                    <a:pt x="2903" y="4037"/>
                  </a:lnTo>
                  <a:lnTo>
                    <a:pt x="2403" y="4638"/>
                  </a:lnTo>
                  <a:lnTo>
                    <a:pt x="1969" y="5305"/>
                  </a:lnTo>
                  <a:lnTo>
                    <a:pt x="1569" y="5972"/>
                  </a:lnTo>
                  <a:lnTo>
                    <a:pt x="1202" y="6640"/>
                  </a:lnTo>
                  <a:lnTo>
                    <a:pt x="901" y="7373"/>
                  </a:lnTo>
                  <a:lnTo>
                    <a:pt x="634" y="8107"/>
                  </a:lnTo>
                  <a:lnTo>
                    <a:pt x="401" y="8841"/>
                  </a:lnTo>
                  <a:lnTo>
                    <a:pt x="234" y="9609"/>
                  </a:lnTo>
                  <a:lnTo>
                    <a:pt x="101" y="10376"/>
                  </a:lnTo>
                  <a:lnTo>
                    <a:pt x="34" y="11143"/>
                  </a:lnTo>
                  <a:lnTo>
                    <a:pt x="0" y="11911"/>
                  </a:lnTo>
                  <a:lnTo>
                    <a:pt x="34" y="12711"/>
                  </a:lnTo>
                  <a:lnTo>
                    <a:pt x="101" y="13445"/>
                  </a:lnTo>
                  <a:lnTo>
                    <a:pt x="234" y="14179"/>
                  </a:lnTo>
                  <a:lnTo>
                    <a:pt x="401" y="14880"/>
                  </a:lnTo>
                  <a:lnTo>
                    <a:pt x="634" y="15581"/>
                  </a:lnTo>
                  <a:lnTo>
                    <a:pt x="868" y="16281"/>
                  </a:lnTo>
                  <a:lnTo>
                    <a:pt x="1168" y="16982"/>
                  </a:lnTo>
                  <a:lnTo>
                    <a:pt x="1502" y="17616"/>
                  </a:lnTo>
                  <a:lnTo>
                    <a:pt x="1869" y="18283"/>
                  </a:lnTo>
                  <a:lnTo>
                    <a:pt x="2303" y="18950"/>
                  </a:lnTo>
                  <a:lnTo>
                    <a:pt x="2770" y="19584"/>
                  </a:lnTo>
                  <a:lnTo>
                    <a:pt x="3704" y="20885"/>
                  </a:lnTo>
                  <a:lnTo>
                    <a:pt x="4171" y="21553"/>
                  </a:lnTo>
                  <a:lnTo>
                    <a:pt x="4571" y="22253"/>
                  </a:lnTo>
                  <a:lnTo>
                    <a:pt x="4905" y="22954"/>
                  </a:lnTo>
                  <a:lnTo>
                    <a:pt x="5072" y="23321"/>
                  </a:lnTo>
                  <a:lnTo>
                    <a:pt x="5172" y="23721"/>
                  </a:lnTo>
                  <a:lnTo>
                    <a:pt x="5405" y="24589"/>
                  </a:lnTo>
                  <a:lnTo>
                    <a:pt x="5572" y="25489"/>
                  </a:lnTo>
                  <a:lnTo>
                    <a:pt x="5672" y="26390"/>
                  </a:lnTo>
                  <a:lnTo>
                    <a:pt x="5705" y="27258"/>
                  </a:lnTo>
                  <a:lnTo>
                    <a:pt x="5705" y="28158"/>
                  </a:lnTo>
                  <a:lnTo>
                    <a:pt x="5639" y="29059"/>
                  </a:lnTo>
                  <a:lnTo>
                    <a:pt x="5572" y="29960"/>
                  </a:lnTo>
                  <a:lnTo>
                    <a:pt x="5439" y="30861"/>
                  </a:lnTo>
                  <a:lnTo>
                    <a:pt x="10276" y="31194"/>
                  </a:lnTo>
                  <a:lnTo>
                    <a:pt x="10343" y="29993"/>
                  </a:lnTo>
                  <a:lnTo>
                    <a:pt x="10443" y="28792"/>
                  </a:lnTo>
                  <a:lnTo>
                    <a:pt x="10576" y="27591"/>
                  </a:lnTo>
                  <a:lnTo>
                    <a:pt x="10677" y="27024"/>
                  </a:lnTo>
                  <a:lnTo>
                    <a:pt x="10810" y="26423"/>
                  </a:lnTo>
                  <a:lnTo>
                    <a:pt x="10977" y="25856"/>
                  </a:lnTo>
                  <a:lnTo>
                    <a:pt x="11144" y="25323"/>
                  </a:lnTo>
                  <a:lnTo>
                    <a:pt x="11344" y="24755"/>
                  </a:lnTo>
                  <a:lnTo>
                    <a:pt x="11611" y="24255"/>
                  </a:lnTo>
                  <a:lnTo>
                    <a:pt x="11911" y="23721"/>
                  </a:lnTo>
                  <a:lnTo>
                    <a:pt x="12245" y="23254"/>
                  </a:lnTo>
                  <a:lnTo>
                    <a:pt x="12645" y="22787"/>
                  </a:lnTo>
                  <a:lnTo>
                    <a:pt x="13079" y="22320"/>
                  </a:lnTo>
                  <a:lnTo>
                    <a:pt x="13412" y="22020"/>
                  </a:lnTo>
                  <a:lnTo>
                    <a:pt x="13779" y="21753"/>
                  </a:lnTo>
                  <a:lnTo>
                    <a:pt x="14580" y="21219"/>
                  </a:lnTo>
                  <a:lnTo>
                    <a:pt x="15381" y="20718"/>
                  </a:lnTo>
                  <a:lnTo>
                    <a:pt x="16148" y="20185"/>
                  </a:lnTo>
                  <a:lnTo>
                    <a:pt x="16615" y="19818"/>
                  </a:lnTo>
                  <a:lnTo>
                    <a:pt x="17082" y="19417"/>
                  </a:lnTo>
                  <a:lnTo>
                    <a:pt x="17482" y="19017"/>
                  </a:lnTo>
                  <a:lnTo>
                    <a:pt x="17883" y="18617"/>
                  </a:lnTo>
                  <a:lnTo>
                    <a:pt x="18250" y="18150"/>
                  </a:lnTo>
                  <a:lnTo>
                    <a:pt x="18617" y="17683"/>
                  </a:lnTo>
                  <a:lnTo>
                    <a:pt x="18950" y="17215"/>
                  </a:lnTo>
                  <a:lnTo>
                    <a:pt x="19251" y="16715"/>
                  </a:lnTo>
                  <a:lnTo>
                    <a:pt x="19518" y="16215"/>
                  </a:lnTo>
                  <a:lnTo>
                    <a:pt x="19784" y="15714"/>
                  </a:lnTo>
                  <a:lnTo>
                    <a:pt x="20051" y="15180"/>
                  </a:lnTo>
                  <a:lnTo>
                    <a:pt x="20252" y="14647"/>
                  </a:lnTo>
                  <a:lnTo>
                    <a:pt x="20452" y="14079"/>
                  </a:lnTo>
                  <a:lnTo>
                    <a:pt x="20619" y="13512"/>
                  </a:lnTo>
                  <a:lnTo>
                    <a:pt x="20785" y="12945"/>
                  </a:lnTo>
                  <a:lnTo>
                    <a:pt x="20919" y="12378"/>
                  </a:lnTo>
                  <a:lnTo>
                    <a:pt x="21152" y="11277"/>
                  </a:lnTo>
                  <a:lnTo>
                    <a:pt x="21252" y="10710"/>
                  </a:lnTo>
                  <a:lnTo>
                    <a:pt x="21353" y="10143"/>
                  </a:lnTo>
                  <a:lnTo>
                    <a:pt x="21386" y="9575"/>
                  </a:lnTo>
                  <a:lnTo>
                    <a:pt x="21419" y="9008"/>
                  </a:lnTo>
                  <a:lnTo>
                    <a:pt x="21386" y="8441"/>
                  </a:lnTo>
                  <a:lnTo>
                    <a:pt x="21353" y="7874"/>
                  </a:lnTo>
                  <a:lnTo>
                    <a:pt x="21286" y="7373"/>
                  </a:lnTo>
                  <a:lnTo>
                    <a:pt x="21186" y="6906"/>
                  </a:lnTo>
                  <a:lnTo>
                    <a:pt x="21019" y="6439"/>
                  </a:lnTo>
                  <a:lnTo>
                    <a:pt x="20885" y="5972"/>
                  </a:lnTo>
                  <a:lnTo>
                    <a:pt x="20685" y="5505"/>
                  </a:lnTo>
                  <a:lnTo>
                    <a:pt x="20452" y="5071"/>
                  </a:lnTo>
                  <a:lnTo>
                    <a:pt x="20218" y="4638"/>
                  </a:lnTo>
                  <a:lnTo>
                    <a:pt x="19951" y="4204"/>
                  </a:lnTo>
                  <a:lnTo>
                    <a:pt x="19684" y="3804"/>
                  </a:lnTo>
                  <a:lnTo>
                    <a:pt x="19351" y="3403"/>
                  </a:lnTo>
                  <a:lnTo>
                    <a:pt x="19050" y="3036"/>
                  </a:lnTo>
                  <a:lnTo>
                    <a:pt x="18684" y="2703"/>
                  </a:lnTo>
                  <a:lnTo>
                    <a:pt x="18317" y="2369"/>
                  </a:lnTo>
                  <a:lnTo>
                    <a:pt x="17950" y="2035"/>
                  </a:lnTo>
                  <a:lnTo>
                    <a:pt x="17516" y="1735"/>
                  </a:lnTo>
                  <a:lnTo>
                    <a:pt x="17115" y="1468"/>
                  </a:lnTo>
                  <a:lnTo>
                    <a:pt x="16415" y="1101"/>
                  </a:lnTo>
                  <a:lnTo>
                    <a:pt x="15714" y="768"/>
                  </a:lnTo>
                  <a:lnTo>
                    <a:pt x="14980" y="501"/>
                  </a:lnTo>
                  <a:lnTo>
                    <a:pt x="14213" y="301"/>
                  </a:lnTo>
                  <a:lnTo>
                    <a:pt x="13446" y="134"/>
                  </a:lnTo>
                  <a:lnTo>
                    <a:pt x="12678" y="34"/>
                  </a:lnTo>
                  <a:lnTo>
                    <a:pt x="11878" y="0"/>
                  </a:lnTo>
                  <a:close/>
                </a:path>
              </a:pathLst>
            </a:custGeom>
            <a:solidFill>
              <a:srgbClr val="E574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9"/>
            <p:cNvSpPr/>
            <p:nvPr/>
          </p:nvSpPr>
          <p:spPr>
            <a:xfrm>
              <a:off x="2252375" y="1786125"/>
              <a:ext cx="535500" cy="779875"/>
            </a:xfrm>
            <a:custGeom>
              <a:rect b="b" l="l" r="r" t="t"/>
              <a:pathLst>
                <a:path extrusionOk="0" fill="none" h="31195" w="21420">
                  <a:moveTo>
                    <a:pt x="10276" y="31194"/>
                  </a:moveTo>
                  <a:lnTo>
                    <a:pt x="10276" y="31194"/>
                  </a:lnTo>
                  <a:lnTo>
                    <a:pt x="10343" y="29993"/>
                  </a:lnTo>
                  <a:lnTo>
                    <a:pt x="10443" y="28792"/>
                  </a:lnTo>
                  <a:lnTo>
                    <a:pt x="10576" y="27591"/>
                  </a:lnTo>
                  <a:lnTo>
                    <a:pt x="10677" y="27024"/>
                  </a:lnTo>
                  <a:lnTo>
                    <a:pt x="10810" y="26423"/>
                  </a:lnTo>
                  <a:lnTo>
                    <a:pt x="10977" y="25856"/>
                  </a:lnTo>
                  <a:lnTo>
                    <a:pt x="11144" y="25323"/>
                  </a:lnTo>
                  <a:lnTo>
                    <a:pt x="11344" y="24755"/>
                  </a:lnTo>
                  <a:lnTo>
                    <a:pt x="11611" y="24255"/>
                  </a:lnTo>
                  <a:lnTo>
                    <a:pt x="11911" y="23721"/>
                  </a:lnTo>
                  <a:lnTo>
                    <a:pt x="12245" y="23254"/>
                  </a:lnTo>
                  <a:lnTo>
                    <a:pt x="12645" y="22787"/>
                  </a:lnTo>
                  <a:lnTo>
                    <a:pt x="13079" y="22320"/>
                  </a:lnTo>
                  <a:lnTo>
                    <a:pt x="13079" y="22320"/>
                  </a:lnTo>
                  <a:lnTo>
                    <a:pt x="13412" y="22020"/>
                  </a:lnTo>
                  <a:lnTo>
                    <a:pt x="13779" y="21753"/>
                  </a:lnTo>
                  <a:lnTo>
                    <a:pt x="14580" y="21219"/>
                  </a:lnTo>
                  <a:lnTo>
                    <a:pt x="15381" y="20718"/>
                  </a:lnTo>
                  <a:lnTo>
                    <a:pt x="16148" y="20185"/>
                  </a:lnTo>
                  <a:lnTo>
                    <a:pt x="16148" y="20185"/>
                  </a:lnTo>
                  <a:lnTo>
                    <a:pt x="16615" y="19818"/>
                  </a:lnTo>
                  <a:lnTo>
                    <a:pt x="17082" y="19417"/>
                  </a:lnTo>
                  <a:lnTo>
                    <a:pt x="17482" y="19017"/>
                  </a:lnTo>
                  <a:lnTo>
                    <a:pt x="17883" y="18617"/>
                  </a:lnTo>
                  <a:lnTo>
                    <a:pt x="18250" y="18150"/>
                  </a:lnTo>
                  <a:lnTo>
                    <a:pt x="18617" y="17683"/>
                  </a:lnTo>
                  <a:lnTo>
                    <a:pt x="18950" y="17215"/>
                  </a:lnTo>
                  <a:lnTo>
                    <a:pt x="19251" y="16715"/>
                  </a:lnTo>
                  <a:lnTo>
                    <a:pt x="19518" y="16215"/>
                  </a:lnTo>
                  <a:lnTo>
                    <a:pt x="19784" y="15714"/>
                  </a:lnTo>
                  <a:lnTo>
                    <a:pt x="20051" y="15180"/>
                  </a:lnTo>
                  <a:lnTo>
                    <a:pt x="20252" y="14647"/>
                  </a:lnTo>
                  <a:lnTo>
                    <a:pt x="20452" y="14079"/>
                  </a:lnTo>
                  <a:lnTo>
                    <a:pt x="20619" y="13512"/>
                  </a:lnTo>
                  <a:lnTo>
                    <a:pt x="20785" y="12945"/>
                  </a:lnTo>
                  <a:lnTo>
                    <a:pt x="20919" y="12378"/>
                  </a:lnTo>
                  <a:lnTo>
                    <a:pt x="20919" y="12378"/>
                  </a:lnTo>
                  <a:lnTo>
                    <a:pt x="21152" y="11277"/>
                  </a:lnTo>
                  <a:lnTo>
                    <a:pt x="21252" y="10710"/>
                  </a:lnTo>
                  <a:lnTo>
                    <a:pt x="21353" y="10143"/>
                  </a:lnTo>
                  <a:lnTo>
                    <a:pt x="21386" y="9575"/>
                  </a:lnTo>
                  <a:lnTo>
                    <a:pt x="21419" y="9008"/>
                  </a:lnTo>
                  <a:lnTo>
                    <a:pt x="21386" y="8441"/>
                  </a:lnTo>
                  <a:lnTo>
                    <a:pt x="21353" y="7874"/>
                  </a:lnTo>
                  <a:lnTo>
                    <a:pt x="21353" y="7874"/>
                  </a:lnTo>
                  <a:lnTo>
                    <a:pt x="21286" y="7373"/>
                  </a:lnTo>
                  <a:lnTo>
                    <a:pt x="21186" y="6906"/>
                  </a:lnTo>
                  <a:lnTo>
                    <a:pt x="21019" y="6439"/>
                  </a:lnTo>
                  <a:lnTo>
                    <a:pt x="20885" y="5972"/>
                  </a:lnTo>
                  <a:lnTo>
                    <a:pt x="20685" y="5505"/>
                  </a:lnTo>
                  <a:lnTo>
                    <a:pt x="20452" y="5071"/>
                  </a:lnTo>
                  <a:lnTo>
                    <a:pt x="20218" y="4638"/>
                  </a:lnTo>
                  <a:lnTo>
                    <a:pt x="19951" y="4204"/>
                  </a:lnTo>
                  <a:lnTo>
                    <a:pt x="19684" y="3804"/>
                  </a:lnTo>
                  <a:lnTo>
                    <a:pt x="19351" y="3403"/>
                  </a:lnTo>
                  <a:lnTo>
                    <a:pt x="19050" y="3036"/>
                  </a:lnTo>
                  <a:lnTo>
                    <a:pt x="18684" y="2703"/>
                  </a:lnTo>
                  <a:lnTo>
                    <a:pt x="18317" y="2369"/>
                  </a:lnTo>
                  <a:lnTo>
                    <a:pt x="17950" y="2035"/>
                  </a:lnTo>
                  <a:lnTo>
                    <a:pt x="17516" y="1735"/>
                  </a:lnTo>
                  <a:lnTo>
                    <a:pt x="17115" y="1468"/>
                  </a:lnTo>
                  <a:lnTo>
                    <a:pt x="17115" y="1468"/>
                  </a:lnTo>
                  <a:lnTo>
                    <a:pt x="16415" y="1101"/>
                  </a:lnTo>
                  <a:lnTo>
                    <a:pt x="15714" y="768"/>
                  </a:lnTo>
                  <a:lnTo>
                    <a:pt x="14980" y="501"/>
                  </a:lnTo>
                  <a:lnTo>
                    <a:pt x="14213" y="301"/>
                  </a:lnTo>
                  <a:lnTo>
                    <a:pt x="13446" y="134"/>
                  </a:lnTo>
                  <a:lnTo>
                    <a:pt x="12678" y="34"/>
                  </a:lnTo>
                  <a:lnTo>
                    <a:pt x="11878" y="0"/>
                  </a:lnTo>
                  <a:lnTo>
                    <a:pt x="11110" y="0"/>
                  </a:lnTo>
                  <a:lnTo>
                    <a:pt x="10310" y="67"/>
                  </a:lnTo>
                  <a:lnTo>
                    <a:pt x="9542" y="201"/>
                  </a:lnTo>
                  <a:lnTo>
                    <a:pt x="8775" y="367"/>
                  </a:lnTo>
                  <a:lnTo>
                    <a:pt x="8041" y="601"/>
                  </a:lnTo>
                  <a:lnTo>
                    <a:pt x="7274" y="868"/>
                  </a:lnTo>
                  <a:lnTo>
                    <a:pt x="6573" y="1168"/>
                  </a:lnTo>
                  <a:lnTo>
                    <a:pt x="5872" y="1535"/>
                  </a:lnTo>
                  <a:lnTo>
                    <a:pt x="5205" y="1969"/>
                  </a:lnTo>
                  <a:lnTo>
                    <a:pt x="5205" y="1969"/>
                  </a:lnTo>
                  <a:lnTo>
                    <a:pt x="4571" y="2436"/>
                  </a:lnTo>
                  <a:lnTo>
                    <a:pt x="3971" y="2936"/>
                  </a:lnTo>
                  <a:lnTo>
                    <a:pt x="3437" y="3470"/>
                  </a:lnTo>
                  <a:lnTo>
                    <a:pt x="2903" y="4037"/>
                  </a:lnTo>
                  <a:lnTo>
                    <a:pt x="2403" y="4638"/>
                  </a:lnTo>
                  <a:lnTo>
                    <a:pt x="1969" y="5305"/>
                  </a:lnTo>
                  <a:lnTo>
                    <a:pt x="1569" y="5972"/>
                  </a:lnTo>
                  <a:lnTo>
                    <a:pt x="1202" y="6640"/>
                  </a:lnTo>
                  <a:lnTo>
                    <a:pt x="901" y="7373"/>
                  </a:lnTo>
                  <a:lnTo>
                    <a:pt x="634" y="8107"/>
                  </a:lnTo>
                  <a:lnTo>
                    <a:pt x="401" y="8841"/>
                  </a:lnTo>
                  <a:lnTo>
                    <a:pt x="234" y="9609"/>
                  </a:lnTo>
                  <a:lnTo>
                    <a:pt x="101" y="10376"/>
                  </a:lnTo>
                  <a:lnTo>
                    <a:pt x="34" y="11143"/>
                  </a:lnTo>
                  <a:lnTo>
                    <a:pt x="0" y="11911"/>
                  </a:lnTo>
                  <a:lnTo>
                    <a:pt x="34" y="12711"/>
                  </a:lnTo>
                  <a:lnTo>
                    <a:pt x="34" y="12711"/>
                  </a:lnTo>
                  <a:lnTo>
                    <a:pt x="101" y="13445"/>
                  </a:lnTo>
                  <a:lnTo>
                    <a:pt x="234" y="14179"/>
                  </a:lnTo>
                  <a:lnTo>
                    <a:pt x="401" y="14880"/>
                  </a:lnTo>
                  <a:lnTo>
                    <a:pt x="634" y="15581"/>
                  </a:lnTo>
                  <a:lnTo>
                    <a:pt x="868" y="16281"/>
                  </a:lnTo>
                  <a:lnTo>
                    <a:pt x="1168" y="16982"/>
                  </a:lnTo>
                  <a:lnTo>
                    <a:pt x="1502" y="17616"/>
                  </a:lnTo>
                  <a:lnTo>
                    <a:pt x="1869" y="18283"/>
                  </a:lnTo>
                  <a:lnTo>
                    <a:pt x="1869" y="18283"/>
                  </a:lnTo>
                  <a:lnTo>
                    <a:pt x="2303" y="18950"/>
                  </a:lnTo>
                  <a:lnTo>
                    <a:pt x="2770" y="19584"/>
                  </a:lnTo>
                  <a:lnTo>
                    <a:pt x="3704" y="20885"/>
                  </a:lnTo>
                  <a:lnTo>
                    <a:pt x="4171" y="21553"/>
                  </a:lnTo>
                  <a:lnTo>
                    <a:pt x="4571" y="22253"/>
                  </a:lnTo>
                  <a:lnTo>
                    <a:pt x="4905" y="22954"/>
                  </a:lnTo>
                  <a:lnTo>
                    <a:pt x="5072" y="23321"/>
                  </a:lnTo>
                  <a:lnTo>
                    <a:pt x="5172" y="23721"/>
                  </a:lnTo>
                  <a:lnTo>
                    <a:pt x="5172" y="23721"/>
                  </a:lnTo>
                  <a:lnTo>
                    <a:pt x="5405" y="24589"/>
                  </a:lnTo>
                  <a:lnTo>
                    <a:pt x="5572" y="25489"/>
                  </a:lnTo>
                  <a:lnTo>
                    <a:pt x="5672" y="26390"/>
                  </a:lnTo>
                  <a:lnTo>
                    <a:pt x="5705" y="27258"/>
                  </a:lnTo>
                  <a:lnTo>
                    <a:pt x="5705" y="28158"/>
                  </a:lnTo>
                  <a:lnTo>
                    <a:pt x="5639" y="29059"/>
                  </a:lnTo>
                  <a:lnTo>
                    <a:pt x="5572" y="29960"/>
                  </a:lnTo>
                  <a:lnTo>
                    <a:pt x="5439" y="3086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9"/>
            <p:cNvSpPr/>
            <p:nvPr/>
          </p:nvSpPr>
          <p:spPr>
            <a:xfrm>
              <a:off x="2169800" y="1705225"/>
              <a:ext cx="673950" cy="859100"/>
            </a:xfrm>
            <a:custGeom>
              <a:rect b="b" l="l" r="r" t="t"/>
              <a:pathLst>
                <a:path extrusionOk="0" h="34364" w="26958">
                  <a:moveTo>
                    <a:pt x="15281" y="0"/>
                  </a:moveTo>
                  <a:lnTo>
                    <a:pt x="14146" y="34"/>
                  </a:lnTo>
                  <a:lnTo>
                    <a:pt x="13045" y="134"/>
                  </a:lnTo>
                  <a:lnTo>
                    <a:pt x="11911" y="267"/>
                  </a:lnTo>
                  <a:lnTo>
                    <a:pt x="10810" y="501"/>
                  </a:lnTo>
                  <a:lnTo>
                    <a:pt x="9742" y="801"/>
                  </a:lnTo>
                  <a:lnTo>
                    <a:pt x="8775" y="1135"/>
                  </a:lnTo>
                  <a:lnTo>
                    <a:pt x="7841" y="1535"/>
                  </a:lnTo>
                  <a:lnTo>
                    <a:pt x="6973" y="2002"/>
                  </a:lnTo>
                  <a:lnTo>
                    <a:pt x="6106" y="2536"/>
                  </a:lnTo>
                  <a:lnTo>
                    <a:pt x="5305" y="3103"/>
                  </a:lnTo>
                  <a:lnTo>
                    <a:pt x="4538" y="3770"/>
                  </a:lnTo>
                  <a:lnTo>
                    <a:pt x="3804" y="4504"/>
                  </a:lnTo>
                  <a:lnTo>
                    <a:pt x="3470" y="4871"/>
                  </a:lnTo>
                  <a:lnTo>
                    <a:pt x="3137" y="5271"/>
                  </a:lnTo>
                  <a:lnTo>
                    <a:pt x="2570" y="6039"/>
                  </a:lnTo>
                  <a:lnTo>
                    <a:pt x="2069" y="6873"/>
                  </a:lnTo>
                  <a:lnTo>
                    <a:pt x="1602" y="7707"/>
                  </a:lnTo>
                  <a:lnTo>
                    <a:pt x="1202" y="8574"/>
                  </a:lnTo>
                  <a:lnTo>
                    <a:pt x="835" y="9475"/>
                  </a:lnTo>
                  <a:lnTo>
                    <a:pt x="568" y="10409"/>
                  </a:lnTo>
                  <a:lnTo>
                    <a:pt x="334" y="11343"/>
                  </a:lnTo>
                  <a:lnTo>
                    <a:pt x="167" y="12311"/>
                  </a:lnTo>
                  <a:lnTo>
                    <a:pt x="67" y="13312"/>
                  </a:lnTo>
                  <a:lnTo>
                    <a:pt x="1" y="14313"/>
                  </a:lnTo>
                  <a:lnTo>
                    <a:pt x="67" y="15314"/>
                  </a:lnTo>
                  <a:lnTo>
                    <a:pt x="167" y="16314"/>
                  </a:lnTo>
                  <a:lnTo>
                    <a:pt x="334" y="17315"/>
                  </a:lnTo>
                  <a:lnTo>
                    <a:pt x="534" y="18283"/>
                  </a:lnTo>
                  <a:lnTo>
                    <a:pt x="835" y="19250"/>
                  </a:lnTo>
                  <a:lnTo>
                    <a:pt x="1168" y="20185"/>
                  </a:lnTo>
                  <a:lnTo>
                    <a:pt x="1602" y="21085"/>
                  </a:lnTo>
                  <a:lnTo>
                    <a:pt x="2036" y="21986"/>
                  </a:lnTo>
                  <a:lnTo>
                    <a:pt x="2536" y="22854"/>
                  </a:lnTo>
                  <a:lnTo>
                    <a:pt x="3103" y="23688"/>
                  </a:lnTo>
                  <a:lnTo>
                    <a:pt x="3704" y="24488"/>
                  </a:lnTo>
                  <a:lnTo>
                    <a:pt x="4371" y="25256"/>
                  </a:lnTo>
                  <a:lnTo>
                    <a:pt x="5038" y="25990"/>
                  </a:lnTo>
                  <a:lnTo>
                    <a:pt x="5772" y="26690"/>
                  </a:lnTo>
                  <a:lnTo>
                    <a:pt x="6473" y="27257"/>
                  </a:lnTo>
                  <a:lnTo>
                    <a:pt x="7174" y="27825"/>
                  </a:lnTo>
                  <a:lnTo>
                    <a:pt x="7174" y="33496"/>
                  </a:lnTo>
                  <a:lnTo>
                    <a:pt x="7174" y="33830"/>
                  </a:lnTo>
                  <a:lnTo>
                    <a:pt x="7207" y="34130"/>
                  </a:lnTo>
                  <a:lnTo>
                    <a:pt x="7207" y="34230"/>
                  </a:lnTo>
                  <a:lnTo>
                    <a:pt x="7274" y="34297"/>
                  </a:lnTo>
                  <a:lnTo>
                    <a:pt x="7340" y="34364"/>
                  </a:lnTo>
                  <a:lnTo>
                    <a:pt x="7541" y="34364"/>
                  </a:lnTo>
                  <a:lnTo>
                    <a:pt x="7607" y="34297"/>
                  </a:lnTo>
                  <a:lnTo>
                    <a:pt x="7674" y="34230"/>
                  </a:lnTo>
                  <a:lnTo>
                    <a:pt x="7674" y="34130"/>
                  </a:lnTo>
                  <a:lnTo>
                    <a:pt x="7674" y="33663"/>
                  </a:lnTo>
                  <a:lnTo>
                    <a:pt x="7674" y="33630"/>
                  </a:lnTo>
                  <a:lnTo>
                    <a:pt x="7641" y="28292"/>
                  </a:lnTo>
                  <a:lnTo>
                    <a:pt x="7674" y="27991"/>
                  </a:lnTo>
                  <a:lnTo>
                    <a:pt x="7641" y="27691"/>
                  </a:lnTo>
                  <a:lnTo>
                    <a:pt x="7607" y="27591"/>
                  </a:lnTo>
                  <a:lnTo>
                    <a:pt x="7541" y="27524"/>
                  </a:lnTo>
                  <a:lnTo>
                    <a:pt x="7374" y="27391"/>
                  </a:lnTo>
                  <a:lnTo>
                    <a:pt x="6540" y="26724"/>
                  </a:lnTo>
                  <a:lnTo>
                    <a:pt x="5739" y="25990"/>
                  </a:lnTo>
                  <a:lnTo>
                    <a:pt x="4972" y="25256"/>
                  </a:lnTo>
                  <a:lnTo>
                    <a:pt x="4304" y="24455"/>
                  </a:lnTo>
                  <a:lnTo>
                    <a:pt x="3637" y="23621"/>
                  </a:lnTo>
                  <a:lnTo>
                    <a:pt x="3070" y="22753"/>
                  </a:lnTo>
                  <a:lnTo>
                    <a:pt x="2536" y="21886"/>
                  </a:lnTo>
                  <a:lnTo>
                    <a:pt x="2036" y="20952"/>
                  </a:lnTo>
                  <a:lnTo>
                    <a:pt x="1602" y="19984"/>
                  </a:lnTo>
                  <a:lnTo>
                    <a:pt x="1268" y="19017"/>
                  </a:lnTo>
                  <a:lnTo>
                    <a:pt x="968" y="18016"/>
                  </a:lnTo>
                  <a:lnTo>
                    <a:pt x="735" y="17015"/>
                  </a:lnTo>
                  <a:lnTo>
                    <a:pt x="601" y="16014"/>
                  </a:lnTo>
                  <a:lnTo>
                    <a:pt x="534" y="14980"/>
                  </a:lnTo>
                  <a:lnTo>
                    <a:pt x="501" y="13979"/>
                  </a:lnTo>
                  <a:lnTo>
                    <a:pt x="568" y="12978"/>
                  </a:lnTo>
                  <a:lnTo>
                    <a:pt x="701" y="11977"/>
                  </a:lnTo>
                  <a:lnTo>
                    <a:pt x="901" y="10976"/>
                  </a:lnTo>
                  <a:lnTo>
                    <a:pt x="1202" y="10009"/>
                  </a:lnTo>
                  <a:lnTo>
                    <a:pt x="1535" y="9075"/>
                  </a:lnTo>
                  <a:lnTo>
                    <a:pt x="1936" y="8141"/>
                  </a:lnTo>
                  <a:lnTo>
                    <a:pt x="2403" y="7240"/>
                  </a:lnTo>
                  <a:lnTo>
                    <a:pt x="2937" y="6372"/>
                  </a:lnTo>
                  <a:lnTo>
                    <a:pt x="3504" y="5572"/>
                  </a:lnTo>
                  <a:lnTo>
                    <a:pt x="4171" y="4804"/>
                  </a:lnTo>
                  <a:lnTo>
                    <a:pt x="4538" y="4437"/>
                  </a:lnTo>
                  <a:lnTo>
                    <a:pt x="4905" y="4070"/>
                  </a:lnTo>
                  <a:lnTo>
                    <a:pt x="5272" y="3737"/>
                  </a:lnTo>
                  <a:lnTo>
                    <a:pt x="5672" y="3403"/>
                  </a:lnTo>
                  <a:lnTo>
                    <a:pt x="6139" y="3070"/>
                  </a:lnTo>
                  <a:lnTo>
                    <a:pt x="6606" y="2769"/>
                  </a:lnTo>
                  <a:lnTo>
                    <a:pt x="7073" y="2469"/>
                  </a:lnTo>
                  <a:lnTo>
                    <a:pt x="7574" y="2202"/>
                  </a:lnTo>
                  <a:lnTo>
                    <a:pt x="8074" y="1935"/>
                  </a:lnTo>
                  <a:lnTo>
                    <a:pt x="8575" y="1735"/>
                  </a:lnTo>
                  <a:lnTo>
                    <a:pt x="9109" y="1502"/>
                  </a:lnTo>
                  <a:lnTo>
                    <a:pt x="9642" y="1335"/>
                  </a:lnTo>
                  <a:lnTo>
                    <a:pt x="10176" y="1168"/>
                  </a:lnTo>
                  <a:lnTo>
                    <a:pt x="10710" y="1034"/>
                  </a:lnTo>
                  <a:lnTo>
                    <a:pt x="11811" y="801"/>
                  </a:lnTo>
                  <a:lnTo>
                    <a:pt x="12912" y="634"/>
                  </a:lnTo>
                  <a:lnTo>
                    <a:pt x="14046" y="534"/>
                  </a:lnTo>
                  <a:lnTo>
                    <a:pt x="15181" y="501"/>
                  </a:lnTo>
                  <a:lnTo>
                    <a:pt x="16382" y="534"/>
                  </a:lnTo>
                  <a:lnTo>
                    <a:pt x="16949" y="567"/>
                  </a:lnTo>
                  <a:lnTo>
                    <a:pt x="17549" y="634"/>
                  </a:lnTo>
                  <a:lnTo>
                    <a:pt x="18116" y="734"/>
                  </a:lnTo>
                  <a:lnTo>
                    <a:pt x="18684" y="834"/>
                  </a:lnTo>
                  <a:lnTo>
                    <a:pt x="19251" y="1001"/>
                  </a:lnTo>
                  <a:lnTo>
                    <a:pt x="19818" y="1168"/>
                  </a:lnTo>
                  <a:lnTo>
                    <a:pt x="20352" y="1368"/>
                  </a:lnTo>
                  <a:lnTo>
                    <a:pt x="20886" y="1602"/>
                  </a:lnTo>
                  <a:lnTo>
                    <a:pt x="21386" y="1869"/>
                  </a:lnTo>
                  <a:lnTo>
                    <a:pt x="21886" y="2202"/>
                  </a:lnTo>
                  <a:lnTo>
                    <a:pt x="22320" y="2536"/>
                  </a:lnTo>
                  <a:lnTo>
                    <a:pt x="22787" y="2936"/>
                  </a:lnTo>
                  <a:lnTo>
                    <a:pt x="23154" y="3336"/>
                  </a:lnTo>
                  <a:lnTo>
                    <a:pt x="23488" y="3737"/>
                  </a:lnTo>
                  <a:lnTo>
                    <a:pt x="23821" y="4171"/>
                  </a:lnTo>
                  <a:lnTo>
                    <a:pt x="24155" y="4638"/>
                  </a:lnTo>
                  <a:lnTo>
                    <a:pt x="24422" y="5071"/>
                  </a:lnTo>
                  <a:lnTo>
                    <a:pt x="24689" y="5572"/>
                  </a:lnTo>
                  <a:lnTo>
                    <a:pt x="24956" y="6039"/>
                  </a:lnTo>
                  <a:lnTo>
                    <a:pt x="25189" y="6539"/>
                  </a:lnTo>
                  <a:lnTo>
                    <a:pt x="25389" y="7040"/>
                  </a:lnTo>
                  <a:lnTo>
                    <a:pt x="25590" y="7574"/>
                  </a:lnTo>
                  <a:lnTo>
                    <a:pt x="25923" y="8608"/>
                  </a:lnTo>
                  <a:lnTo>
                    <a:pt x="26157" y="9675"/>
                  </a:lnTo>
                  <a:lnTo>
                    <a:pt x="26357" y="10710"/>
                  </a:lnTo>
                  <a:lnTo>
                    <a:pt x="26457" y="11811"/>
                  </a:lnTo>
                  <a:lnTo>
                    <a:pt x="26490" y="12878"/>
                  </a:lnTo>
                  <a:lnTo>
                    <a:pt x="26424" y="13979"/>
                  </a:lnTo>
                  <a:lnTo>
                    <a:pt x="26290" y="15047"/>
                  </a:lnTo>
                  <a:lnTo>
                    <a:pt x="26224" y="15581"/>
                  </a:lnTo>
                  <a:lnTo>
                    <a:pt x="26090" y="16114"/>
                  </a:lnTo>
                  <a:lnTo>
                    <a:pt x="25957" y="16648"/>
                  </a:lnTo>
                  <a:lnTo>
                    <a:pt x="25823" y="17182"/>
                  </a:lnTo>
                  <a:lnTo>
                    <a:pt x="25623" y="17682"/>
                  </a:lnTo>
                  <a:lnTo>
                    <a:pt x="25456" y="18183"/>
                  </a:lnTo>
                  <a:lnTo>
                    <a:pt x="25223" y="18683"/>
                  </a:lnTo>
                  <a:lnTo>
                    <a:pt x="24989" y="19184"/>
                  </a:lnTo>
                  <a:lnTo>
                    <a:pt x="24756" y="19651"/>
                  </a:lnTo>
                  <a:lnTo>
                    <a:pt x="24489" y="20118"/>
                  </a:lnTo>
                  <a:lnTo>
                    <a:pt x="24188" y="20552"/>
                  </a:lnTo>
                  <a:lnTo>
                    <a:pt x="23888" y="21019"/>
                  </a:lnTo>
                  <a:lnTo>
                    <a:pt x="23555" y="21419"/>
                  </a:lnTo>
                  <a:lnTo>
                    <a:pt x="23221" y="21853"/>
                  </a:lnTo>
                  <a:lnTo>
                    <a:pt x="22854" y="22253"/>
                  </a:lnTo>
                  <a:lnTo>
                    <a:pt x="22487" y="22620"/>
                  </a:lnTo>
                  <a:lnTo>
                    <a:pt x="22120" y="22987"/>
                  </a:lnTo>
                  <a:lnTo>
                    <a:pt x="21720" y="23354"/>
                  </a:lnTo>
                  <a:lnTo>
                    <a:pt x="21286" y="23688"/>
                  </a:lnTo>
                  <a:lnTo>
                    <a:pt x="20886" y="24021"/>
                  </a:lnTo>
                  <a:lnTo>
                    <a:pt x="20418" y="24321"/>
                  </a:lnTo>
                  <a:lnTo>
                    <a:pt x="19985" y="24622"/>
                  </a:lnTo>
                  <a:lnTo>
                    <a:pt x="19518" y="24889"/>
                  </a:lnTo>
                  <a:lnTo>
                    <a:pt x="19051" y="25156"/>
                  </a:lnTo>
                  <a:lnTo>
                    <a:pt x="18584" y="25389"/>
                  </a:lnTo>
                  <a:lnTo>
                    <a:pt x="18116" y="25589"/>
                  </a:lnTo>
                  <a:lnTo>
                    <a:pt x="17116" y="25956"/>
                  </a:lnTo>
                  <a:lnTo>
                    <a:pt x="16682" y="26123"/>
                  </a:lnTo>
                  <a:lnTo>
                    <a:pt x="16248" y="26357"/>
                  </a:lnTo>
                  <a:lnTo>
                    <a:pt x="16048" y="26490"/>
                  </a:lnTo>
                  <a:lnTo>
                    <a:pt x="15881" y="26657"/>
                  </a:lnTo>
                  <a:lnTo>
                    <a:pt x="15714" y="26824"/>
                  </a:lnTo>
                  <a:lnTo>
                    <a:pt x="15581" y="27057"/>
                  </a:lnTo>
                  <a:lnTo>
                    <a:pt x="15481" y="27291"/>
                  </a:lnTo>
                  <a:lnTo>
                    <a:pt x="15381" y="27558"/>
                  </a:lnTo>
                  <a:lnTo>
                    <a:pt x="15314" y="27825"/>
                  </a:lnTo>
                  <a:lnTo>
                    <a:pt x="15281" y="28091"/>
                  </a:lnTo>
                  <a:lnTo>
                    <a:pt x="15214" y="28659"/>
                  </a:lnTo>
                  <a:lnTo>
                    <a:pt x="15147" y="29226"/>
                  </a:lnTo>
                  <a:lnTo>
                    <a:pt x="14914" y="31795"/>
                  </a:lnTo>
                  <a:lnTo>
                    <a:pt x="14713" y="34130"/>
                  </a:lnTo>
                  <a:lnTo>
                    <a:pt x="15114" y="34097"/>
                  </a:lnTo>
                  <a:lnTo>
                    <a:pt x="15214" y="34097"/>
                  </a:lnTo>
                  <a:lnTo>
                    <a:pt x="15648" y="29226"/>
                  </a:lnTo>
                  <a:lnTo>
                    <a:pt x="15681" y="28659"/>
                  </a:lnTo>
                  <a:lnTo>
                    <a:pt x="15748" y="28058"/>
                  </a:lnTo>
                  <a:lnTo>
                    <a:pt x="15814" y="27791"/>
                  </a:lnTo>
                  <a:lnTo>
                    <a:pt x="15881" y="27524"/>
                  </a:lnTo>
                  <a:lnTo>
                    <a:pt x="16015" y="27257"/>
                  </a:lnTo>
                  <a:lnTo>
                    <a:pt x="16181" y="27024"/>
                  </a:lnTo>
                  <a:lnTo>
                    <a:pt x="16348" y="26857"/>
                  </a:lnTo>
                  <a:lnTo>
                    <a:pt x="16582" y="26724"/>
                  </a:lnTo>
                  <a:lnTo>
                    <a:pt x="16815" y="26590"/>
                  </a:lnTo>
                  <a:lnTo>
                    <a:pt x="17049" y="26490"/>
                  </a:lnTo>
                  <a:lnTo>
                    <a:pt x="17549" y="26290"/>
                  </a:lnTo>
                  <a:lnTo>
                    <a:pt x="18050" y="26123"/>
                  </a:lnTo>
                  <a:lnTo>
                    <a:pt x="18984" y="25723"/>
                  </a:lnTo>
                  <a:lnTo>
                    <a:pt x="19851" y="25256"/>
                  </a:lnTo>
                  <a:lnTo>
                    <a:pt x="20719" y="24722"/>
                  </a:lnTo>
                  <a:lnTo>
                    <a:pt x="21519" y="24121"/>
                  </a:lnTo>
                  <a:lnTo>
                    <a:pt x="22320" y="23454"/>
                  </a:lnTo>
                  <a:lnTo>
                    <a:pt x="23021" y="22753"/>
                  </a:lnTo>
                  <a:lnTo>
                    <a:pt x="23688" y="22019"/>
                  </a:lnTo>
                  <a:lnTo>
                    <a:pt x="24322" y="21219"/>
                  </a:lnTo>
                  <a:lnTo>
                    <a:pt x="24622" y="20785"/>
                  </a:lnTo>
                  <a:lnTo>
                    <a:pt x="24889" y="20351"/>
                  </a:lnTo>
                  <a:lnTo>
                    <a:pt x="25156" y="19884"/>
                  </a:lnTo>
                  <a:lnTo>
                    <a:pt x="25423" y="19417"/>
                  </a:lnTo>
                  <a:lnTo>
                    <a:pt x="25857" y="18483"/>
                  </a:lnTo>
                  <a:lnTo>
                    <a:pt x="26190" y="17482"/>
                  </a:lnTo>
                  <a:lnTo>
                    <a:pt x="26490" y="16481"/>
                  </a:lnTo>
                  <a:lnTo>
                    <a:pt x="26724" y="15480"/>
                  </a:lnTo>
                  <a:lnTo>
                    <a:pt x="26857" y="14446"/>
                  </a:lnTo>
                  <a:lnTo>
                    <a:pt x="26924" y="13412"/>
                  </a:lnTo>
                  <a:lnTo>
                    <a:pt x="26958" y="12378"/>
                  </a:lnTo>
                  <a:lnTo>
                    <a:pt x="26891" y="11310"/>
                  </a:lnTo>
                  <a:lnTo>
                    <a:pt x="26757" y="10276"/>
                  </a:lnTo>
                  <a:lnTo>
                    <a:pt x="26557" y="9275"/>
                  </a:lnTo>
                  <a:lnTo>
                    <a:pt x="26290" y="8241"/>
                  </a:lnTo>
                  <a:lnTo>
                    <a:pt x="25957" y="7240"/>
                  </a:lnTo>
                  <a:lnTo>
                    <a:pt x="25590" y="6306"/>
                  </a:lnTo>
                  <a:lnTo>
                    <a:pt x="25123" y="5338"/>
                  </a:lnTo>
                  <a:lnTo>
                    <a:pt x="24856" y="4905"/>
                  </a:lnTo>
                  <a:lnTo>
                    <a:pt x="24589" y="4471"/>
                  </a:lnTo>
                  <a:lnTo>
                    <a:pt x="24289" y="4037"/>
                  </a:lnTo>
                  <a:lnTo>
                    <a:pt x="23988" y="3603"/>
                  </a:lnTo>
                  <a:lnTo>
                    <a:pt x="23655" y="3203"/>
                  </a:lnTo>
                  <a:lnTo>
                    <a:pt x="23321" y="2803"/>
                  </a:lnTo>
                  <a:lnTo>
                    <a:pt x="22954" y="2436"/>
                  </a:lnTo>
                  <a:lnTo>
                    <a:pt x="22554" y="2102"/>
                  </a:lnTo>
                  <a:lnTo>
                    <a:pt x="22120" y="1768"/>
                  </a:lnTo>
                  <a:lnTo>
                    <a:pt x="21653" y="1468"/>
                  </a:lnTo>
                  <a:lnTo>
                    <a:pt x="21186" y="1201"/>
                  </a:lnTo>
                  <a:lnTo>
                    <a:pt x="20685" y="968"/>
                  </a:lnTo>
                  <a:lnTo>
                    <a:pt x="20185" y="768"/>
                  </a:lnTo>
                  <a:lnTo>
                    <a:pt x="19684" y="601"/>
                  </a:lnTo>
                  <a:lnTo>
                    <a:pt x="19151" y="467"/>
                  </a:lnTo>
                  <a:lnTo>
                    <a:pt x="18617" y="334"/>
                  </a:lnTo>
                  <a:lnTo>
                    <a:pt x="17516" y="167"/>
                  </a:lnTo>
                  <a:lnTo>
                    <a:pt x="16415" y="67"/>
                  </a:lnTo>
                  <a:lnTo>
                    <a:pt x="1528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9"/>
            <p:cNvSpPr/>
            <p:nvPr/>
          </p:nvSpPr>
          <p:spPr>
            <a:xfrm>
              <a:off x="2324100" y="1889550"/>
              <a:ext cx="321975" cy="844100"/>
            </a:xfrm>
            <a:custGeom>
              <a:rect b="b" l="l" r="r" t="t"/>
              <a:pathLst>
                <a:path extrusionOk="0" h="33764" w="12879">
                  <a:moveTo>
                    <a:pt x="10477" y="1168"/>
                  </a:moveTo>
                  <a:lnTo>
                    <a:pt x="10877" y="1201"/>
                  </a:lnTo>
                  <a:lnTo>
                    <a:pt x="11311" y="1235"/>
                  </a:lnTo>
                  <a:lnTo>
                    <a:pt x="10910" y="1402"/>
                  </a:lnTo>
                  <a:lnTo>
                    <a:pt x="10543" y="1535"/>
                  </a:lnTo>
                  <a:lnTo>
                    <a:pt x="10143" y="1635"/>
                  </a:lnTo>
                  <a:lnTo>
                    <a:pt x="9743" y="1735"/>
                  </a:lnTo>
                  <a:lnTo>
                    <a:pt x="9309" y="1769"/>
                  </a:lnTo>
                  <a:lnTo>
                    <a:pt x="8908" y="1802"/>
                  </a:lnTo>
                  <a:lnTo>
                    <a:pt x="8074" y="1802"/>
                  </a:lnTo>
                  <a:lnTo>
                    <a:pt x="8441" y="1602"/>
                  </a:lnTo>
                  <a:lnTo>
                    <a:pt x="8842" y="1468"/>
                  </a:lnTo>
                  <a:lnTo>
                    <a:pt x="9242" y="1335"/>
                  </a:lnTo>
                  <a:lnTo>
                    <a:pt x="9642" y="1268"/>
                  </a:lnTo>
                  <a:lnTo>
                    <a:pt x="10076" y="1201"/>
                  </a:lnTo>
                  <a:lnTo>
                    <a:pt x="10477" y="1168"/>
                  </a:lnTo>
                  <a:close/>
                  <a:moveTo>
                    <a:pt x="4638" y="12244"/>
                  </a:moveTo>
                  <a:lnTo>
                    <a:pt x="4671" y="12311"/>
                  </a:lnTo>
                  <a:lnTo>
                    <a:pt x="4738" y="12344"/>
                  </a:lnTo>
                  <a:lnTo>
                    <a:pt x="5038" y="12411"/>
                  </a:lnTo>
                  <a:lnTo>
                    <a:pt x="5472" y="12478"/>
                  </a:lnTo>
                  <a:lnTo>
                    <a:pt x="5939" y="12511"/>
                  </a:lnTo>
                  <a:lnTo>
                    <a:pt x="7140" y="12511"/>
                  </a:lnTo>
                  <a:lnTo>
                    <a:pt x="7240" y="12478"/>
                  </a:lnTo>
                  <a:lnTo>
                    <a:pt x="5839" y="26524"/>
                  </a:lnTo>
                  <a:lnTo>
                    <a:pt x="4705" y="26557"/>
                  </a:lnTo>
                  <a:lnTo>
                    <a:pt x="4705" y="26557"/>
                  </a:lnTo>
                  <a:lnTo>
                    <a:pt x="4805" y="24755"/>
                  </a:lnTo>
                  <a:lnTo>
                    <a:pt x="4872" y="22987"/>
                  </a:lnTo>
                  <a:lnTo>
                    <a:pt x="4938" y="21186"/>
                  </a:lnTo>
                  <a:lnTo>
                    <a:pt x="4938" y="19384"/>
                  </a:lnTo>
                  <a:lnTo>
                    <a:pt x="4905" y="17616"/>
                  </a:lnTo>
                  <a:lnTo>
                    <a:pt x="4872" y="15814"/>
                  </a:lnTo>
                  <a:lnTo>
                    <a:pt x="4772" y="14046"/>
                  </a:lnTo>
                  <a:lnTo>
                    <a:pt x="4638" y="12244"/>
                  </a:lnTo>
                  <a:close/>
                  <a:moveTo>
                    <a:pt x="9642" y="26991"/>
                  </a:moveTo>
                  <a:lnTo>
                    <a:pt x="9642" y="27157"/>
                  </a:lnTo>
                  <a:lnTo>
                    <a:pt x="9609" y="27324"/>
                  </a:lnTo>
                  <a:lnTo>
                    <a:pt x="9509" y="27458"/>
                  </a:lnTo>
                  <a:lnTo>
                    <a:pt x="9376" y="27591"/>
                  </a:lnTo>
                  <a:lnTo>
                    <a:pt x="9242" y="27691"/>
                  </a:lnTo>
                  <a:lnTo>
                    <a:pt x="9075" y="27791"/>
                  </a:lnTo>
                  <a:lnTo>
                    <a:pt x="8908" y="27858"/>
                  </a:lnTo>
                  <a:lnTo>
                    <a:pt x="8742" y="27925"/>
                  </a:lnTo>
                  <a:lnTo>
                    <a:pt x="8308" y="27958"/>
                  </a:lnTo>
                  <a:lnTo>
                    <a:pt x="7841" y="27991"/>
                  </a:lnTo>
                  <a:lnTo>
                    <a:pt x="6907" y="28025"/>
                  </a:lnTo>
                  <a:lnTo>
                    <a:pt x="4905" y="28025"/>
                  </a:lnTo>
                  <a:lnTo>
                    <a:pt x="3937" y="27991"/>
                  </a:lnTo>
                  <a:lnTo>
                    <a:pt x="2937" y="27925"/>
                  </a:lnTo>
                  <a:lnTo>
                    <a:pt x="1969" y="27825"/>
                  </a:lnTo>
                  <a:lnTo>
                    <a:pt x="1469" y="27758"/>
                  </a:lnTo>
                  <a:lnTo>
                    <a:pt x="1002" y="27658"/>
                  </a:lnTo>
                  <a:lnTo>
                    <a:pt x="835" y="27624"/>
                  </a:lnTo>
                  <a:lnTo>
                    <a:pt x="668" y="27558"/>
                  </a:lnTo>
                  <a:lnTo>
                    <a:pt x="534" y="27458"/>
                  </a:lnTo>
                  <a:lnTo>
                    <a:pt x="501" y="27391"/>
                  </a:lnTo>
                  <a:lnTo>
                    <a:pt x="468" y="27324"/>
                  </a:lnTo>
                  <a:lnTo>
                    <a:pt x="501" y="27224"/>
                  </a:lnTo>
                  <a:lnTo>
                    <a:pt x="534" y="27157"/>
                  </a:lnTo>
                  <a:lnTo>
                    <a:pt x="701" y="27091"/>
                  </a:lnTo>
                  <a:lnTo>
                    <a:pt x="868" y="27057"/>
                  </a:lnTo>
                  <a:lnTo>
                    <a:pt x="1035" y="27024"/>
                  </a:lnTo>
                  <a:lnTo>
                    <a:pt x="5072" y="27024"/>
                  </a:lnTo>
                  <a:lnTo>
                    <a:pt x="9642" y="26991"/>
                  </a:lnTo>
                  <a:close/>
                  <a:moveTo>
                    <a:pt x="8742" y="30193"/>
                  </a:moveTo>
                  <a:lnTo>
                    <a:pt x="8842" y="30260"/>
                  </a:lnTo>
                  <a:lnTo>
                    <a:pt x="8942" y="30327"/>
                  </a:lnTo>
                  <a:lnTo>
                    <a:pt x="9009" y="30427"/>
                  </a:lnTo>
                  <a:lnTo>
                    <a:pt x="9042" y="30527"/>
                  </a:lnTo>
                  <a:lnTo>
                    <a:pt x="9042" y="30660"/>
                  </a:lnTo>
                  <a:lnTo>
                    <a:pt x="9042" y="30794"/>
                  </a:lnTo>
                  <a:lnTo>
                    <a:pt x="9009" y="30894"/>
                  </a:lnTo>
                  <a:lnTo>
                    <a:pt x="8942" y="30994"/>
                  </a:lnTo>
                  <a:lnTo>
                    <a:pt x="8875" y="31094"/>
                  </a:lnTo>
                  <a:lnTo>
                    <a:pt x="8642" y="31294"/>
                  </a:lnTo>
                  <a:lnTo>
                    <a:pt x="8375" y="31461"/>
                  </a:lnTo>
                  <a:lnTo>
                    <a:pt x="8108" y="31561"/>
                  </a:lnTo>
                  <a:lnTo>
                    <a:pt x="7841" y="31595"/>
                  </a:lnTo>
                  <a:lnTo>
                    <a:pt x="7541" y="31661"/>
                  </a:lnTo>
                  <a:lnTo>
                    <a:pt x="7240" y="31661"/>
                  </a:lnTo>
                  <a:lnTo>
                    <a:pt x="6640" y="31695"/>
                  </a:lnTo>
                  <a:lnTo>
                    <a:pt x="5806" y="31761"/>
                  </a:lnTo>
                  <a:lnTo>
                    <a:pt x="3570" y="31761"/>
                  </a:lnTo>
                  <a:lnTo>
                    <a:pt x="2870" y="31728"/>
                  </a:lnTo>
                  <a:lnTo>
                    <a:pt x="2169" y="31628"/>
                  </a:lnTo>
                  <a:lnTo>
                    <a:pt x="1869" y="31595"/>
                  </a:lnTo>
                  <a:lnTo>
                    <a:pt x="1602" y="31495"/>
                  </a:lnTo>
                  <a:lnTo>
                    <a:pt x="1302" y="31394"/>
                  </a:lnTo>
                  <a:lnTo>
                    <a:pt x="1202" y="31294"/>
                  </a:lnTo>
                  <a:lnTo>
                    <a:pt x="1068" y="31228"/>
                  </a:lnTo>
                  <a:lnTo>
                    <a:pt x="968" y="31094"/>
                  </a:lnTo>
                  <a:lnTo>
                    <a:pt x="935" y="30994"/>
                  </a:lnTo>
                  <a:lnTo>
                    <a:pt x="935" y="30894"/>
                  </a:lnTo>
                  <a:lnTo>
                    <a:pt x="935" y="30827"/>
                  </a:lnTo>
                  <a:lnTo>
                    <a:pt x="1002" y="30761"/>
                  </a:lnTo>
                  <a:lnTo>
                    <a:pt x="1102" y="30694"/>
                  </a:lnTo>
                  <a:lnTo>
                    <a:pt x="1302" y="30594"/>
                  </a:lnTo>
                  <a:lnTo>
                    <a:pt x="1469" y="30527"/>
                  </a:lnTo>
                  <a:lnTo>
                    <a:pt x="1936" y="30527"/>
                  </a:lnTo>
                  <a:lnTo>
                    <a:pt x="2236" y="30560"/>
                  </a:lnTo>
                  <a:lnTo>
                    <a:pt x="2570" y="30594"/>
                  </a:lnTo>
                  <a:lnTo>
                    <a:pt x="6206" y="30394"/>
                  </a:lnTo>
                  <a:lnTo>
                    <a:pt x="7974" y="30293"/>
                  </a:lnTo>
                  <a:lnTo>
                    <a:pt x="8375" y="30260"/>
                  </a:lnTo>
                  <a:lnTo>
                    <a:pt x="8742" y="30193"/>
                  </a:lnTo>
                  <a:close/>
                  <a:moveTo>
                    <a:pt x="8141" y="0"/>
                  </a:moveTo>
                  <a:lnTo>
                    <a:pt x="8041" y="67"/>
                  </a:lnTo>
                  <a:lnTo>
                    <a:pt x="7774" y="401"/>
                  </a:lnTo>
                  <a:lnTo>
                    <a:pt x="7507" y="768"/>
                  </a:lnTo>
                  <a:lnTo>
                    <a:pt x="7307" y="1168"/>
                  </a:lnTo>
                  <a:lnTo>
                    <a:pt x="7107" y="1568"/>
                  </a:lnTo>
                  <a:lnTo>
                    <a:pt x="6973" y="2002"/>
                  </a:lnTo>
                  <a:lnTo>
                    <a:pt x="6907" y="2436"/>
                  </a:lnTo>
                  <a:lnTo>
                    <a:pt x="6840" y="2870"/>
                  </a:lnTo>
                  <a:lnTo>
                    <a:pt x="6840" y="3303"/>
                  </a:lnTo>
                  <a:lnTo>
                    <a:pt x="6540" y="3203"/>
                  </a:lnTo>
                  <a:lnTo>
                    <a:pt x="6239" y="3103"/>
                  </a:lnTo>
                  <a:lnTo>
                    <a:pt x="5806" y="3070"/>
                  </a:lnTo>
                  <a:lnTo>
                    <a:pt x="5405" y="3036"/>
                  </a:lnTo>
                  <a:lnTo>
                    <a:pt x="4972" y="3103"/>
                  </a:lnTo>
                  <a:lnTo>
                    <a:pt x="4571" y="3170"/>
                  </a:lnTo>
                  <a:lnTo>
                    <a:pt x="4204" y="3303"/>
                  </a:lnTo>
                  <a:lnTo>
                    <a:pt x="3804" y="3503"/>
                  </a:lnTo>
                  <a:lnTo>
                    <a:pt x="3470" y="3704"/>
                  </a:lnTo>
                  <a:lnTo>
                    <a:pt x="3137" y="3970"/>
                  </a:lnTo>
                  <a:lnTo>
                    <a:pt x="2836" y="4271"/>
                  </a:lnTo>
                  <a:lnTo>
                    <a:pt x="2570" y="4604"/>
                  </a:lnTo>
                  <a:lnTo>
                    <a:pt x="2336" y="4971"/>
                  </a:lnTo>
                  <a:lnTo>
                    <a:pt x="2136" y="5338"/>
                  </a:lnTo>
                  <a:lnTo>
                    <a:pt x="1969" y="5739"/>
                  </a:lnTo>
                  <a:lnTo>
                    <a:pt x="1836" y="6139"/>
                  </a:lnTo>
                  <a:lnTo>
                    <a:pt x="1736" y="6573"/>
                  </a:lnTo>
                  <a:lnTo>
                    <a:pt x="1669" y="7006"/>
                  </a:lnTo>
                  <a:lnTo>
                    <a:pt x="1602" y="7474"/>
                  </a:lnTo>
                  <a:lnTo>
                    <a:pt x="1602" y="7974"/>
                  </a:lnTo>
                  <a:lnTo>
                    <a:pt x="1669" y="8474"/>
                  </a:lnTo>
                  <a:lnTo>
                    <a:pt x="1769" y="8975"/>
                  </a:lnTo>
                  <a:lnTo>
                    <a:pt x="1902" y="9475"/>
                  </a:lnTo>
                  <a:lnTo>
                    <a:pt x="2069" y="9909"/>
                  </a:lnTo>
                  <a:lnTo>
                    <a:pt x="2303" y="10376"/>
                  </a:lnTo>
                  <a:lnTo>
                    <a:pt x="2603" y="10776"/>
                  </a:lnTo>
                  <a:lnTo>
                    <a:pt x="2903" y="11177"/>
                  </a:lnTo>
                  <a:lnTo>
                    <a:pt x="3270" y="11510"/>
                  </a:lnTo>
                  <a:lnTo>
                    <a:pt x="3704" y="11811"/>
                  </a:lnTo>
                  <a:lnTo>
                    <a:pt x="4138" y="12044"/>
                  </a:lnTo>
                  <a:lnTo>
                    <a:pt x="4271" y="13912"/>
                  </a:lnTo>
                  <a:lnTo>
                    <a:pt x="4371" y="15781"/>
                  </a:lnTo>
                  <a:lnTo>
                    <a:pt x="4438" y="17649"/>
                  </a:lnTo>
                  <a:lnTo>
                    <a:pt x="4471" y="19517"/>
                  </a:lnTo>
                  <a:lnTo>
                    <a:pt x="4438" y="21452"/>
                  </a:lnTo>
                  <a:lnTo>
                    <a:pt x="4371" y="23387"/>
                  </a:lnTo>
                  <a:lnTo>
                    <a:pt x="4271" y="25322"/>
                  </a:lnTo>
                  <a:lnTo>
                    <a:pt x="4238" y="25790"/>
                  </a:lnTo>
                  <a:lnTo>
                    <a:pt x="4204" y="26290"/>
                  </a:lnTo>
                  <a:lnTo>
                    <a:pt x="4171" y="26423"/>
                  </a:lnTo>
                  <a:lnTo>
                    <a:pt x="4138" y="26524"/>
                  </a:lnTo>
                  <a:lnTo>
                    <a:pt x="4004" y="26557"/>
                  </a:lnTo>
                  <a:lnTo>
                    <a:pt x="2103" y="26557"/>
                  </a:lnTo>
                  <a:lnTo>
                    <a:pt x="1635" y="26524"/>
                  </a:lnTo>
                  <a:lnTo>
                    <a:pt x="1168" y="26524"/>
                  </a:lnTo>
                  <a:lnTo>
                    <a:pt x="901" y="26557"/>
                  </a:lnTo>
                  <a:lnTo>
                    <a:pt x="668" y="26590"/>
                  </a:lnTo>
                  <a:lnTo>
                    <a:pt x="468" y="26690"/>
                  </a:lnTo>
                  <a:lnTo>
                    <a:pt x="268" y="26790"/>
                  </a:lnTo>
                  <a:lnTo>
                    <a:pt x="134" y="26924"/>
                  </a:lnTo>
                  <a:lnTo>
                    <a:pt x="67" y="27057"/>
                  </a:lnTo>
                  <a:lnTo>
                    <a:pt x="1" y="27224"/>
                  </a:lnTo>
                  <a:lnTo>
                    <a:pt x="1" y="27391"/>
                  </a:lnTo>
                  <a:lnTo>
                    <a:pt x="67" y="27524"/>
                  </a:lnTo>
                  <a:lnTo>
                    <a:pt x="134" y="27691"/>
                  </a:lnTo>
                  <a:lnTo>
                    <a:pt x="234" y="27825"/>
                  </a:lnTo>
                  <a:lnTo>
                    <a:pt x="401" y="27925"/>
                  </a:lnTo>
                  <a:lnTo>
                    <a:pt x="501" y="27991"/>
                  </a:lnTo>
                  <a:lnTo>
                    <a:pt x="368" y="28125"/>
                  </a:lnTo>
                  <a:lnTo>
                    <a:pt x="268" y="28292"/>
                  </a:lnTo>
                  <a:lnTo>
                    <a:pt x="201" y="28425"/>
                  </a:lnTo>
                  <a:lnTo>
                    <a:pt x="201" y="28559"/>
                  </a:lnTo>
                  <a:lnTo>
                    <a:pt x="167" y="28859"/>
                  </a:lnTo>
                  <a:lnTo>
                    <a:pt x="234" y="29193"/>
                  </a:lnTo>
                  <a:lnTo>
                    <a:pt x="334" y="29459"/>
                  </a:lnTo>
                  <a:lnTo>
                    <a:pt x="468" y="29660"/>
                  </a:lnTo>
                  <a:lnTo>
                    <a:pt x="601" y="29860"/>
                  </a:lnTo>
                  <a:lnTo>
                    <a:pt x="735" y="30027"/>
                  </a:lnTo>
                  <a:lnTo>
                    <a:pt x="935" y="30193"/>
                  </a:lnTo>
                  <a:lnTo>
                    <a:pt x="801" y="30260"/>
                  </a:lnTo>
                  <a:lnTo>
                    <a:pt x="668" y="30360"/>
                  </a:lnTo>
                  <a:lnTo>
                    <a:pt x="568" y="30460"/>
                  </a:lnTo>
                  <a:lnTo>
                    <a:pt x="501" y="30594"/>
                  </a:lnTo>
                  <a:lnTo>
                    <a:pt x="468" y="30727"/>
                  </a:lnTo>
                  <a:lnTo>
                    <a:pt x="434" y="30894"/>
                  </a:lnTo>
                  <a:lnTo>
                    <a:pt x="434" y="31027"/>
                  </a:lnTo>
                  <a:lnTo>
                    <a:pt x="501" y="31194"/>
                  </a:lnTo>
                  <a:lnTo>
                    <a:pt x="568" y="31361"/>
                  </a:lnTo>
                  <a:lnTo>
                    <a:pt x="668" y="31461"/>
                  </a:lnTo>
                  <a:lnTo>
                    <a:pt x="768" y="31595"/>
                  </a:lnTo>
                  <a:lnTo>
                    <a:pt x="868" y="31695"/>
                  </a:lnTo>
                  <a:lnTo>
                    <a:pt x="1168" y="31862"/>
                  </a:lnTo>
                  <a:lnTo>
                    <a:pt x="1469" y="31995"/>
                  </a:lnTo>
                  <a:lnTo>
                    <a:pt x="1802" y="32062"/>
                  </a:lnTo>
                  <a:lnTo>
                    <a:pt x="2136" y="32128"/>
                  </a:lnTo>
                  <a:lnTo>
                    <a:pt x="2770" y="32195"/>
                  </a:lnTo>
                  <a:lnTo>
                    <a:pt x="2803" y="32195"/>
                  </a:lnTo>
                  <a:lnTo>
                    <a:pt x="2836" y="32329"/>
                  </a:lnTo>
                  <a:lnTo>
                    <a:pt x="2903" y="32462"/>
                  </a:lnTo>
                  <a:lnTo>
                    <a:pt x="3037" y="32662"/>
                  </a:lnTo>
                  <a:lnTo>
                    <a:pt x="3170" y="32829"/>
                  </a:lnTo>
                  <a:lnTo>
                    <a:pt x="3337" y="32996"/>
                  </a:lnTo>
                  <a:lnTo>
                    <a:pt x="3504" y="33129"/>
                  </a:lnTo>
                  <a:lnTo>
                    <a:pt x="3871" y="33396"/>
                  </a:lnTo>
                  <a:lnTo>
                    <a:pt x="4271" y="33596"/>
                  </a:lnTo>
                  <a:lnTo>
                    <a:pt x="4671" y="33696"/>
                  </a:lnTo>
                  <a:lnTo>
                    <a:pt x="5138" y="33763"/>
                  </a:lnTo>
                  <a:lnTo>
                    <a:pt x="5539" y="33730"/>
                  </a:lnTo>
                  <a:lnTo>
                    <a:pt x="5906" y="33630"/>
                  </a:lnTo>
                  <a:lnTo>
                    <a:pt x="6273" y="33496"/>
                  </a:lnTo>
                  <a:lnTo>
                    <a:pt x="6606" y="33296"/>
                  </a:lnTo>
                  <a:lnTo>
                    <a:pt x="6907" y="33029"/>
                  </a:lnTo>
                  <a:lnTo>
                    <a:pt x="7174" y="32762"/>
                  </a:lnTo>
                  <a:lnTo>
                    <a:pt x="7407" y="32429"/>
                  </a:lnTo>
                  <a:lnTo>
                    <a:pt x="7574" y="32062"/>
                  </a:lnTo>
                  <a:lnTo>
                    <a:pt x="7641" y="32062"/>
                  </a:lnTo>
                  <a:lnTo>
                    <a:pt x="7974" y="31995"/>
                  </a:lnTo>
                  <a:lnTo>
                    <a:pt x="8308" y="31928"/>
                  </a:lnTo>
                  <a:lnTo>
                    <a:pt x="8642" y="31828"/>
                  </a:lnTo>
                  <a:lnTo>
                    <a:pt x="8942" y="31661"/>
                  </a:lnTo>
                  <a:lnTo>
                    <a:pt x="9175" y="31461"/>
                  </a:lnTo>
                  <a:lnTo>
                    <a:pt x="9342" y="31261"/>
                  </a:lnTo>
                  <a:lnTo>
                    <a:pt x="9476" y="30994"/>
                  </a:lnTo>
                  <a:lnTo>
                    <a:pt x="9509" y="30861"/>
                  </a:lnTo>
                  <a:lnTo>
                    <a:pt x="9542" y="30694"/>
                  </a:lnTo>
                  <a:lnTo>
                    <a:pt x="9509" y="30494"/>
                  </a:lnTo>
                  <a:lnTo>
                    <a:pt x="9476" y="30293"/>
                  </a:lnTo>
                  <a:lnTo>
                    <a:pt x="9376" y="30127"/>
                  </a:lnTo>
                  <a:lnTo>
                    <a:pt x="9242" y="29993"/>
                  </a:lnTo>
                  <a:lnTo>
                    <a:pt x="9275" y="29960"/>
                  </a:lnTo>
                  <a:lnTo>
                    <a:pt x="9442" y="29793"/>
                  </a:lnTo>
                  <a:lnTo>
                    <a:pt x="9609" y="29593"/>
                  </a:lnTo>
                  <a:lnTo>
                    <a:pt x="9709" y="29326"/>
                  </a:lnTo>
                  <a:lnTo>
                    <a:pt x="9776" y="29092"/>
                  </a:lnTo>
                  <a:lnTo>
                    <a:pt x="9776" y="28826"/>
                  </a:lnTo>
                  <a:lnTo>
                    <a:pt x="9743" y="28592"/>
                  </a:lnTo>
                  <a:lnTo>
                    <a:pt x="9676" y="28325"/>
                  </a:lnTo>
                  <a:lnTo>
                    <a:pt x="9542" y="28092"/>
                  </a:lnTo>
                  <a:lnTo>
                    <a:pt x="9709" y="27958"/>
                  </a:lnTo>
                  <a:lnTo>
                    <a:pt x="9876" y="27791"/>
                  </a:lnTo>
                  <a:lnTo>
                    <a:pt x="9976" y="27624"/>
                  </a:lnTo>
                  <a:lnTo>
                    <a:pt x="10076" y="27424"/>
                  </a:lnTo>
                  <a:lnTo>
                    <a:pt x="10110" y="27224"/>
                  </a:lnTo>
                  <a:lnTo>
                    <a:pt x="10110" y="26991"/>
                  </a:lnTo>
                  <a:lnTo>
                    <a:pt x="10076" y="26790"/>
                  </a:lnTo>
                  <a:lnTo>
                    <a:pt x="9976" y="26590"/>
                  </a:lnTo>
                  <a:lnTo>
                    <a:pt x="9909" y="26490"/>
                  </a:lnTo>
                  <a:lnTo>
                    <a:pt x="9843" y="26457"/>
                  </a:lnTo>
                  <a:lnTo>
                    <a:pt x="9743" y="26457"/>
                  </a:lnTo>
                  <a:lnTo>
                    <a:pt x="9642" y="26524"/>
                  </a:lnTo>
                  <a:lnTo>
                    <a:pt x="6340" y="26524"/>
                  </a:lnTo>
                  <a:lnTo>
                    <a:pt x="7741" y="12411"/>
                  </a:lnTo>
                  <a:lnTo>
                    <a:pt x="8341" y="12311"/>
                  </a:lnTo>
                  <a:lnTo>
                    <a:pt x="8942" y="12111"/>
                  </a:lnTo>
                  <a:lnTo>
                    <a:pt x="9542" y="11877"/>
                  </a:lnTo>
                  <a:lnTo>
                    <a:pt x="10076" y="11610"/>
                  </a:lnTo>
                  <a:lnTo>
                    <a:pt x="10610" y="11277"/>
                  </a:lnTo>
                  <a:lnTo>
                    <a:pt x="11077" y="10877"/>
                  </a:lnTo>
                  <a:lnTo>
                    <a:pt x="11544" y="10443"/>
                  </a:lnTo>
                  <a:lnTo>
                    <a:pt x="11911" y="9942"/>
                  </a:lnTo>
                  <a:lnTo>
                    <a:pt x="12145" y="9609"/>
                  </a:lnTo>
                  <a:lnTo>
                    <a:pt x="12311" y="9275"/>
                  </a:lnTo>
                  <a:lnTo>
                    <a:pt x="12478" y="8908"/>
                  </a:lnTo>
                  <a:lnTo>
                    <a:pt x="12612" y="8541"/>
                  </a:lnTo>
                  <a:lnTo>
                    <a:pt x="12712" y="8174"/>
                  </a:lnTo>
                  <a:lnTo>
                    <a:pt x="12812" y="7807"/>
                  </a:lnTo>
                  <a:lnTo>
                    <a:pt x="12845" y="7407"/>
                  </a:lnTo>
                  <a:lnTo>
                    <a:pt x="12879" y="7006"/>
                  </a:lnTo>
                  <a:lnTo>
                    <a:pt x="12845" y="6639"/>
                  </a:lnTo>
                  <a:lnTo>
                    <a:pt x="12812" y="6239"/>
                  </a:lnTo>
                  <a:lnTo>
                    <a:pt x="12745" y="5872"/>
                  </a:lnTo>
                  <a:lnTo>
                    <a:pt x="12612" y="5505"/>
                  </a:lnTo>
                  <a:lnTo>
                    <a:pt x="12478" y="5138"/>
                  </a:lnTo>
                  <a:lnTo>
                    <a:pt x="12278" y="4805"/>
                  </a:lnTo>
                  <a:lnTo>
                    <a:pt x="12078" y="4471"/>
                  </a:lnTo>
                  <a:lnTo>
                    <a:pt x="11811" y="4171"/>
                  </a:lnTo>
                  <a:lnTo>
                    <a:pt x="11544" y="3904"/>
                  </a:lnTo>
                  <a:lnTo>
                    <a:pt x="11277" y="3670"/>
                  </a:lnTo>
                  <a:lnTo>
                    <a:pt x="10977" y="3470"/>
                  </a:lnTo>
                  <a:lnTo>
                    <a:pt x="10643" y="3303"/>
                  </a:lnTo>
                  <a:lnTo>
                    <a:pt x="10310" y="3136"/>
                  </a:lnTo>
                  <a:lnTo>
                    <a:pt x="9976" y="3036"/>
                  </a:lnTo>
                  <a:lnTo>
                    <a:pt x="9642" y="2936"/>
                  </a:lnTo>
                  <a:lnTo>
                    <a:pt x="9275" y="2870"/>
                  </a:lnTo>
                  <a:lnTo>
                    <a:pt x="8541" y="2870"/>
                  </a:lnTo>
                  <a:lnTo>
                    <a:pt x="8208" y="2903"/>
                  </a:lnTo>
                  <a:lnTo>
                    <a:pt x="7841" y="3003"/>
                  </a:lnTo>
                  <a:lnTo>
                    <a:pt x="7607" y="3103"/>
                  </a:lnTo>
                  <a:lnTo>
                    <a:pt x="7340" y="3236"/>
                  </a:lnTo>
                  <a:lnTo>
                    <a:pt x="7340" y="2703"/>
                  </a:lnTo>
                  <a:lnTo>
                    <a:pt x="7441" y="2169"/>
                  </a:lnTo>
                  <a:lnTo>
                    <a:pt x="7541" y="2202"/>
                  </a:lnTo>
                  <a:lnTo>
                    <a:pt x="8141" y="2269"/>
                  </a:lnTo>
                  <a:lnTo>
                    <a:pt x="8742" y="2302"/>
                  </a:lnTo>
                  <a:lnTo>
                    <a:pt x="9342" y="2269"/>
                  </a:lnTo>
                  <a:lnTo>
                    <a:pt x="9909" y="2169"/>
                  </a:lnTo>
                  <a:lnTo>
                    <a:pt x="10510" y="2035"/>
                  </a:lnTo>
                  <a:lnTo>
                    <a:pt x="11077" y="1869"/>
                  </a:lnTo>
                  <a:lnTo>
                    <a:pt x="11611" y="1635"/>
                  </a:lnTo>
                  <a:lnTo>
                    <a:pt x="12145" y="1368"/>
                  </a:lnTo>
                  <a:lnTo>
                    <a:pt x="12211" y="1301"/>
                  </a:lnTo>
                  <a:lnTo>
                    <a:pt x="12245" y="1235"/>
                  </a:lnTo>
                  <a:lnTo>
                    <a:pt x="12245" y="1101"/>
                  </a:lnTo>
                  <a:lnTo>
                    <a:pt x="12211" y="1001"/>
                  </a:lnTo>
                  <a:lnTo>
                    <a:pt x="12145" y="934"/>
                  </a:lnTo>
                  <a:lnTo>
                    <a:pt x="12078" y="901"/>
                  </a:lnTo>
                  <a:lnTo>
                    <a:pt x="11544" y="801"/>
                  </a:lnTo>
                  <a:lnTo>
                    <a:pt x="10977" y="734"/>
                  </a:lnTo>
                  <a:lnTo>
                    <a:pt x="10410" y="701"/>
                  </a:lnTo>
                  <a:lnTo>
                    <a:pt x="9843" y="734"/>
                  </a:lnTo>
                  <a:lnTo>
                    <a:pt x="9275" y="834"/>
                  </a:lnTo>
                  <a:lnTo>
                    <a:pt x="8742" y="1001"/>
                  </a:lnTo>
                  <a:lnTo>
                    <a:pt x="8208" y="1201"/>
                  </a:lnTo>
                  <a:lnTo>
                    <a:pt x="7707" y="1435"/>
                  </a:lnTo>
                  <a:lnTo>
                    <a:pt x="7707" y="1435"/>
                  </a:lnTo>
                  <a:lnTo>
                    <a:pt x="7841" y="1168"/>
                  </a:lnTo>
                  <a:lnTo>
                    <a:pt x="8008" y="901"/>
                  </a:lnTo>
                  <a:lnTo>
                    <a:pt x="8174" y="634"/>
                  </a:lnTo>
                  <a:lnTo>
                    <a:pt x="8375" y="401"/>
                  </a:lnTo>
                  <a:lnTo>
                    <a:pt x="8441" y="334"/>
                  </a:lnTo>
                  <a:lnTo>
                    <a:pt x="8441" y="234"/>
                  </a:lnTo>
                  <a:lnTo>
                    <a:pt x="8441" y="134"/>
                  </a:lnTo>
                  <a:lnTo>
                    <a:pt x="8375" y="67"/>
                  </a:lnTo>
                  <a:lnTo>
                    <a:pt x="8308" y="34"/>
                  </a:lnTo>
                  <a:lnTo>
                    <a:pt x="82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9"/>
            <p:cNvSpPr/>
            <p:nvPr/>
          </p:nvSpPr>
          <p:spPr>
            <a:xfrm>
              <a:off x="2407500" y="1997975"/>
              <a:ext cx="37575" cy="51725"/>
            </a:xfrm>
            <a:custGeom>
              <a:rect b="b" l="l" r="r" t="t"/>
              <a:pathLst>
                <a:path extrusionOk="0" h="2069" w="1503">
                  <a:moveTo>
                    <a:pt x="1235" y="0"/>
                  </a:moveTo>
                  <a:lnTo>
                    <a:pt x="1135" y="34"/>
                  </a:lnTo>
                  <a:lnTo>
                    <a:pt x="902" y="167"/>
                  </a:lnTo>
                  <a:lnTo>
                    <a:pt x="702" y="367"/>
                  </a:lnTo>
                  <a:lnTo>
                    <a:pt x="535" y="568"/>
                  </a:lnTo>
                  <a:lnTo>
                    <a:pt x="368" y="801"/>
                  </a:lnTo>
                  <a:lnTo>
                    <a:pt x="234" y="1035"/>
                  </a:lnTo>
                  <a:lnTo>
                    <a:pt x="134" y="1302"/>
                  </a:lnTo>
                  <a:lnTo>
                    <a:pt x="68" y="1535"/>
                  </a:lnTo>
                  <a:lnTo>
                    <a:pt x="1" y="1835"/>
                  </a:lnTo>
                  <a:lnTo>
                    <a:pt x="34" y="1902"/>
                  </a:lnTo>
                  <a:lnTo>
                    <a:pt x="68" y="2002"/>
                  </a:lnTo>
                  <a:lnTo>
                    <a:pt x="168" y="2036"/>
                  </a:lnTo>
                  <a:lnTo>
                    <a:pt x="234" y="2069"/>
                  </a:lnTo>
                  <a:lnTo>
                    <a:pt x="335" y="2036"/>
                  </a:lnTo>
                  <a:lnTo>
                    <a:pt x="401" y="2002"/>
                  </a:lnTo>
                  <a:lnTo>
                    <a:pt x="468" y="1902"/>
                  </a:lnTo>
                  <a:lnTo>
                    <a:pt x="501" y="1835"/>
                  </a:lnTo>
                  <a:lnTo>
                    <a:pt x="501" y="1802"/>
                  </a:lnTo>
                  <a:lnTo>
                    <a:pt x="501" y="1735"/>
                  </a:lnTo>
                  <a:lnTo>
                    <a:pt x="535" y="1635"/>
                  </a:lnTo>
                  <a:lnTo>
                    <a:pt x="601" y="1402"/>
                  </a:lnTo>
                  <a:lnTo>
                    <a:pt x="601" y="1368"/>
                  </a:lnTo>
                  <a:lnTo>
                    <a:pt x="635" y="1335"/>
                  </a:lnTo>
                  <a:lnTo>
                    <a:pt x="635" y="1302"/>
                  </a:lnTo>
                  <a:lnTo>
                    <a:pt x="668" y="1235"/>
                  </a:lnTo>
                  <a:lnTo>
                    <a:pt x="768" y="1035"/>
                  </a:lnTo>
                  <a:lnTo>
                    <a:pt x="902" y="868"/>
                  </a:lnTo>
                  <a:lnTo>
                    <a:pt x="1035" y="701"/>
                  </a:lnTo>
                  <a:lnTo>
                    <a:pt x="1202" y="568"/>
                  </a:lnTo>
                  <a:lnTo>
                    <a:pt x="1369" y="434"/>
                  </a:lnTo>
                  <a:lnTo>
                    <a:pt x="1436" y="367"/>
                  </a:lnTo>
                  <a:lnTo>
                    <a:pt x="1469" y="301"/>
                  </a:lnTo>
                  <a:lnTo>
                    <a:pt x="1502" y="201"/>
                  </a:lnTo>
                  <a:lnTo>
                    <a:pt x="1469" y="101"/>
                  </a:lnTo>
                  <a:lnTo>
                    <a:pt x="1402" y="34"/>
                  </a:lnTo>
                  <a:lnTo>
                    <a:pt x="13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9"/>
            <p:cNvSpPr/>
            <p:nvPr/>
          </p:nvSpPr>
          <p:spPr>
            <a:xfrm>
              <a:off x="2404175" y="2063875"/>
              <a:ext cx="63425" cy="94275"/>
            </a:xfrm>
            <a:custGeom>
              <a:rect b="b" l="l" r="r" t="t"/>
              <a:pathLst>
                <a:path extrusionOk="0" h="3771" w="2537">
                  <a:moveTo>
                    <a:pt x="267" y="0"/>
                  </a:moveTo>
                  <a:lnTo>
                    <a:pt x="167" y="33"/>
                  </a:lnTo>
                  <a:lnTo>
                    <a:pt x="101" y="67"/>
                  </a:lnTo>
                  <a:lnTo>
                    <a:pt x="34" y="134"/>
                  </a:lnTo>
                  <a:lnTo>
                    <a:pt x="0" y="234"/>
                  </a:lnTo>
                  <a:lnTo>
                    <a:pt x="0" y="501"/>
                  </a:lnTo>
                  <a:lnTo>
                    <a:pt x="34" y="801"/>
                  </a:lnTo>
                  <a:lnTo>
                    <a:pt x="67" y="1068"/>
                  </a:lnTo>
                  <a:lnTo>
                    <a:pt x="101" y="1335"/>
                  </a:lnTo>
                  <a:lnTo>
                    <a:pt x="201" y="1568"/>
                  </a:lnTo>
                  <a:lnTo>
                    <a:pt x="301" y="1835"/>
                  </a:lnTo>
                  <a:lnTo>
                    <a:pt x="534" y="2335"/>
                  </a:lnTo>
                  <a:lnTo>
                    <a:pt x="868" y="2769"/>
                  </a:lnTo>
                  <a:lnTo>
                    <a:pt x="1035" y="2969"/>
                  </a:lnTo>
                  <a:lnTo>
                    <a:pt x="1235" y="3170"/>
                  </a:lnTo>
                  <a:lnTo>
                    <a:pt x="1468" y="3336"/>
                  </a:lnTo>
                  <a:lnTo>
                    <a:pt x="1669" y="3503"/>
                  </a:lnTo>
                  <a:lnTo>
                    <a:pt x="1902" y="3637"/>
                  </a:lnTo>
                  <a:lnTo>
                    <a:pt x="2169" y="3737"/>
                  </a:lnTo>
                  <a:lnTo>
                    <a:pt x="2269" y="3770"/>
                  </a:lnTo>
                  <a:lnTo>
                    <a:pt x="2336" y="3770"/>
                  </a:lnTo>
                  <a:lnTo>
                    <a:pt x="2436" y="3737"/>
                  </a:lnTo>
                  <a:lnTo>
                    <a:pt x="2503" y="3670"/>
                  </a:lnTo>
                  <a:lnTo>
                    <a:pt x="2536" y="3570"/>
                  </a:lnTo>
                  <a:lnTo>
                    <a:pt x="2503" y="3470"/>
                  </a:lnTo>
                  <a:lnTo>
                    <a:pt x="2469" y="3403"/>
                  </a:lnTo>
                  <a:lnTo>
                    <a:pt x="2403" y="3336"/>
                  </a:lnTo>
                  <a:lnTo>
                    <a:pt x="1969" y="3103"/>
                  </a:lnTo>
                  <a:lnTo>
                    <a:pt x="1569" y="2803"/>
                  </a:lnTo>
                  <a:lnTo>
                    <a:pt x="1235" y="2469"/>
                  </a:lnTo>
                  <a:lnTo>
                    <a:pt x="968" y="2069"/>
                  </a:lnTo>
                  <a:lnTo>
                    <a:pt x="734" y="1668"/>
                  </a:lnTo>
                  <a:lnTo>
                    <a:pt x="568" y="1201"/>
                  </a:lnTo>
                  <a:lnTo>
                    <a:pt x="501" y="734"/>
                  </a:lnTo>
                  <a:lnTo>
                    <a:pt x="501" y="234"/>
                  </a:lnTo>
                  <a:lnTo>
                    <a:pt x="468" y="134"/>
                  </a:lnTo>
                  <a:lnTo>
                    <a:pt x="434" y="67"/>
                  </a:lnTo>
                  <a:lnTo>
                    <a:pt x="334" y="33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9"/>
            <p:cNvSpPr/>
            <p:nvPr/>
          </p:nvSpPr>
          <p:spPr>
            <a:xfrm>
              <a:off x="2247375" y="1765275"/>
              <a:ext cx="236900" cy="188525"/>
            </a:xfrm>
            <a:custGeom>
              <a:rect b="b" l="l" r="r" t="t"/>
              <a:pathLst>
                <a:path extrusionOk="0" h="7541" w="9476">
                  <a:moveTo>
                    <a:pt x="9275" y="0"/>
                  </a:moveTo>
                  <a:lnTo>
                    <a:pt x="8641" y="34"/>
                  </a:lnTo>
                  <a:lnTo>
                    <a:pt x="8007" y="100"/>
                  </a:lnTo>
                  <a:lnTo>
                    <a:pt x="7407" y="200"/>
                  </a:lnTo>
                  <a:lnTo>
                    <a:pt x="6806" y="334"/>
                  </a:lnTo>
                  <a:lnTo>
                    <a:pt x="6206" y="534"/>
                  </a:lnTo>
                  <a:lnTo>
                    <a:pt x="5639" y="768"/>
                  </a:lnTo>
                  <a:lnTo>
                    <a:pt x="5071" y="1001"/>
                  </a:lnTo>
                  <a:lnTo>
                    <a:pt x="4538" y="1301"/>
                  </a:lnTo>
                  <a:lnTo>
                    <a:pt x="4004" y="1635"/>
                  </a:lnTo>
                  <a:lnTo>
                    <a:pt x="3503" y="1969"/>
                  </a:lnTo>
                  <a:lnTo>
                    <a:pt x="3036" y="2369"/>
                  </a:lnTo>
                  <a:lnTo>
                    <a:pt x="2569" y="2803"/>
                  </a:lnTo>
                  <a:lnTo>
                    <a:pt x="2136" y="3236"/>
                  </a:lnTo>
                  <a:lnTo>
                    <a:pt x="1735" y="3704"/>
                  </a:lnTo>
                  <a:lnTo>
                    <a:pt x="1368" y="4204"/>
                  </a:lnTo>
                  <a:lnTo>
                    <a:pt x="1035" y="4738"/>
                  </a:lnTo>
                  <a:lnTo>
                    <a:pt x="701" y="5338"/>
                  </a:lnTo>
                  <a:lnTo>
                    <a:pt x="434" y="5972"/>
                  </a:lnTo>
                  <a:lnTo>
                    <a:pt x="200" y="6606"/>
                  </a:lnTo>
                  <a:lnTo>
                    <a:pt x="0" y="7240"/>
                  </a:lnTo>
                  <a:lnTo>
                    <a:pt x="0" y="7340"/>
                  </a:lnTo>
                  <a:lnTo>
                    <a:pt x="34" y="7440"/>
                  </a:lnTo>
                  <a:lnTo>
                    <a:pt x="100" y="7507"/>
                  </a:lnTo>
                  <a:lnTo>
                    <a:pt x="167" y="7540"/>
                  </a:lnTo>
                  <a:lnTo>
                    <a:pt x="334" y="7540"/>
                  </a:lnTo>
                  <a:lnTo>
                    <a:pt x="401" y="7474"/>
                  </a:lnTo>
                  <a:lnTo>
                    <a:pt x="467" y="7373"/>
                  </a:lnTo>
                  <a:lnTo>
                    <a:pt x="668" y="6673"/>
                  </a:lnTo>
                  <a:lnTo>
                    <a:pt x="934" y="6006"/>
                  </a:lnTo>
                  <a:lnTo>
                    <a:pt x="1235" y="5338"/>
                  </a:lnTo>
                  <a:lnTo>
                    <a:pt x="1602" y="4738"/>
                  </a:lnTo>
                  <a:lnTo>
                    <a:pt x="2035" y="4137"/>
                  </a:lnTo>
                  <a:lnTo>
                    <a:pt x="2469" y="3570"/>
                  </a:lnTo>
                  <a:lnTo>
                    <a:pt x="2970" y="3036"/>
                  </a:lnTo>
                  <a:lnTo>
                    <a:pt x="3537" y="2569"/>
                  </a:lnTo>
                  <a:lnTo>
                    <a:pt x="4137" y="2102"/>
                  </a:lnTo>
                  <a:lnTo>
                    <a:pt x="4805" y="1668"/>
                  </a:lnTo>
                  <a:lnTo>
                    <a:pt x="5505" y="1335"/>
                  </a:lnTo>
                  <a:lnTo>
                    <a:pt x="6206" y="1035"/>
                  </a:lnTo>
                  <a:lnTo>
                    <a:pt x="6940" y="801"/>
                  </a:lnTo>
                  <a:lnTo>
                    <a:pt x="7707" y="634"/>
                  </a:lnTo>
                  <a:lnTo>
                    <a:pt x="8474" y="534"/>
                  </a:lnTo>
                  <a:lnTo>
                    <a:pt x="9275" y="467"/>
                  </a:lnTo>
                  <a:lnTo>
                    <a:pt x="9375" y="467"/>
                  </a:lnTo>
                  <a:lnTo>
                    <a:pt x="9442" y="401"/>
                  </a:lnTo>
                  <a:lnTo>
                    <a:pt x="9475" y="334"/>
                  </a:lnTo>
                  <a:lnTo>
                    <a:pt x="9475" y="234"/>
                  </a:lnTo>
                  <a:lnTo>
                    <a:pt x="9475" y="134"/>
                  </a:lnTo>
                  <a:lnTo>
                    <a:pt x="9442" y="67"/>
                  </a:lnTo>
                  <a:lnTo>
                    <a:pt x="937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9"/>
            <p:cNvSpPr/>
            <p:nvPr/>
          </p:nvSpPr>
          <p:spPr>
            <a:xfrm>
              <a:off x="2087225" y="1789450"/>
              <a:ext cx="97625" cy="62600"/>
            </a:xfrm>
            <a:custGeom>
              <a:rect b="b" l="l" r="r" t="t"/>
              <a:pathLst>
                <a:path extrusionOk="0" h="2504" w="3905">
                  <a:moveTo>
                    <a:pt x="234" y="1"/>
                  </a:moveTo>
                  <a:lnTo>
                    <a:pt x="168" y="34"/>
                  </a:lnTo>
                  <a:lnTo>
                    <a:pt x="67" y="68"/>
                  </a:lnTo>
                  <a:lnTo>
                    <a:pt x="34" y="134"/>
                  </a:lnTo>
                  <a:lnTo>
                    <a:pt x="1" y="234"/>
                  </a:lnTo>
                  <a:lnTo>
                    <a:pt x="1" y="301"/>
                  </a:lnTo>
                  <a:lnTo>
                    <a:pt x="34" y="368"/>
                  </a:lnTo>
                  <a:lnTo>
                    <a:pt x="101" y="435"/>
                  </a:lnTo>
                  <a:lnTo>
                    <a:pt x="1002" y="868"/>
                  </a:lnTo>
                  <a:lnTo>
                    <a:pt x="1902" y="1335"/>
                  </a:lnTo>
                  <a:lnTo>
                    <a:pt x="2736" y="1869"/>
                  </a:lnTo>
                  <a:lnTo>
                    <a:pt x="3571" y="2436"/>
                  </a:lnTo>
                  <a:lnTo>
                    <a:pt x="3671" y="2503"/>
                  </a:lnTo>
                  <a:lnTo>
                    <a:pt x="3737" y="2470"/>
                  </a:lnTo>
                  <a:lnTo>
                    <a:pt x="3804" y="2436"/>
                  </a:lnTo>
                  <a:lnTo>
                    <a:pt x="3871" y="2370"/>
                  </a:lnTo>
                  <a:lnTo>
                    <a:pt x="3904" y="2303"/>
                  </a:lnTo>
                  <a:lnTo>
                    <a:pt x="3904" y="2203"/>
                  </a:lnTo>
                  <a:lnTo>
                    <a:pt x="3871" y="2103"/>
                  </a:lnTo>
                  <a:lnTo>
                    <a:pt x="3804" y="2036"/>
                  </a:lnTo>
                  <a:lnTo>
                    <a:pt x="2970" y="1469"/>
                  </a:lnTo>
                  <a:lnTo>
                    <a:pt x="2136" y="935"/>
                  </a:lnTo>
                  <a:lnTo>
                    <a:pt x="1268" y="468"/>
                  </a:lnTo>
                  <a:lnTo>
                    <a:pt x="334" y="34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9"/>
            <p:cNvSpPr/>
            <p:nvPr/>
          </p:nvSpPr>
          <p:spPr>
            <a:xfrm>
              <a:off x="2214850" y="1676025"/>
              <a:ext cx="55075" cy="67575"/>
            </a:xfrm>
            <a:custGeom>
              <a:rect b="b" l="l" r="r" t="t"/>
              <a:pathLst>
                <a:path extrusionOk="0" h="2703" w="2203">
                  <a:moveTo>
                    <a:pt x="134" y="1"/>
                  </a:moveTo>
                  <a:lnTo>
                    <a:pt x="67" y="67"/>
                  </a:lnTo>
                  <a:lnTo>
                    <a:pt x="0" y="134"/>
                  </a:lnTo>
                  <a:lnTo>
                    <a:pt x="0" y="234"/>
                  </a:lnTo>
                  <a:lnTo>
                    <a:pt x="0" y="301"/>
                  </a:lnTo>
                  <a:lnTo>
                    <a:pt x="67" y="401"/>
                  </a:lnTo>
                  <a:lnTo>
                    <a:pt x="1802" y="2636"/>
                  </a:lnTo>
                  <a:lnTo>
                    <a:pt x="1868" y="2670"/>
                  </a:lnTo>
                  <a:lnTo>
                    <a:pt x="1969" y="2703"/>
                  </a:lnTo>
                  <a:lnTo>
                    <a:pt x="2069" y="2670"/>
                  </a:lnTo>
                  <a:lnTo>
                    <a:pt x="2135" y="2636"/>
                  </a:lnTo>
                  <a:lnTo>
                    <a:pt x="2202" y="2536"/>
                  </a:lnTo>
                  <a:lnTo>
                    <a:pt x="2202" y="2469"/>
                  </a:lnTo>
                  <a:lnTo>
                    <a:pt x="2202" y="2369"/>
                  </a:lnTo>
                  <a:lnTo>
                    <a:pt x="2135" y="2303"/>
                  </a:lnTo>
                  <a:lnTo>
                    <a:pt x="401" y="67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9"/>
            <p:cNvSpPr/>
            <p:nvPr/>
          </p:nvSpPr>
          <p:spPr>
            <a:xfrm>
              <a:off x="2354975" y="1607625"/>
              <a:ext cx="29200" cy="80100"/>
            </a:xfrm>
            <a:custGeom>
              <a:rect b="b" l="l" r="r" t="t"/>
              <a:pathLst>
                <a:path extrusionOk="0" h="3204" w="1168">
                  <a:moveTo>
                    <a:pt x="200" y="1"/>
                  </a:moveTo>
                  <a:lnTo>
                    <a:pt x="100" y="68"/>
                  </a:lnTo>
                  <a:lnTo>
                    <a:pt x="33" y="101"/>
                  </a:lnTo>
                  <a:lnTo>
                    <a:pt x="0" y="201"/>
                  </a:lnTo>
                  <a:lnTo>
                    <a:pt x="0" y="301"/>
                  </a:lnTo>
                  <a:lnTo>
                    <a:pt x="701" y="3037"/>
                  </a:lnTo>
                  <a:lnTo>
                    <a:pt x="767" y="3137"/>
                  </a:lnTo>
                  <a:lnTo>
                    <a:pt x="834" y="3170"/>
                  </a:lnTo>
                  <a:lnTo>
                    <a:pt x="901" y="3204"/>
                  </a:lnTo>
                  <a:lnTo>
                    <a:pt x="1001" y="3204"/>
                  </a:lnTo>
                  <a:lnTo>
                    <a:pt x="1068" y="3170"/>
                  </a:lnTo>
                  <a:lnTo>
                    <a:pt x="1134" y="3104"/>
                  </a:lnTo>
                  <a:lnTo>
                    <a:pt x="1168" y="3003"/>
                  </a:lnTo>
                  <a:lnTo>
                    <a:pt x="1168" y="2903"/>
                  </a:lnTo>
                  <a:lnTo>
                    <a:pt x="467" y="168"/>
                  </a:lnTo>
                  <a:lnTo>
                    <a:pt x="434" y="68"/>
                  </a:lnTo>
                  <a:lnTo>
                    <a:pt x="367" y="34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9"/>
            <p:cNvSpPr/>
            <p:nvPr/>
          </p:nvSpPr>
          <p:spPr>
            <a:xfrm>
              <a:off x="2505925" y="1594300"/>
              <a:ext cx="11700" cy="79250"/>
            </a:xfrm>
            <a:custGeom>
              <a:rect b="b" l="l" r="r" t="t"/>
              <a:pathLst>
                <a:path extrusionOk="0" h="3170" w="468">
                  <a:moveTo>
                    <a:pt x="134" y="0"/>
                  </a:moveTo>
                  <a:lnTo>
                    <a:pt x="67" y="33"/>
                  </a:lnTo>
                  <a:lnTo>
                    <a:pt x="1" y="133"/>
                  </a:lnTo>
                  <a:lnTo>
                    <a:pt x="1" y="234"/>
                  </a:lnTo>
                  <a:lnTo>
                    <a:pt x="1" y="2936"/>
                  </a:lnTo>
                  <a:lnTo>
                    <a:pt x="1" y="3036"/>
                  </a:lnTo>
                  <a:lnTo>
                    <a:pt x="67" y="3103"/>
                  </a:lnTo>
                  <a:lnTo>
                    <a:pt x="134" y="3169"/>
                  </a:lnTo>
                  <a:lnTo>
                    <a:pt x="301" y="3169"/>
                  </a:lnTo>
                  <a:lnTo>
                    <a:pt x="401" y="3103"/>
                  </a:lnTo>
                  <a:lnTo>
                    <a:pt x="434" y="3036"/>
                  </a:lnTo>
                  <a:lnTo>
                    <a:pt x="468" y="2936"/>
                  </a:lnTo>
                  <a:lnTo>
                    <a:pt x="468" y="234"/>
                  </a:lnTo>
                  <a:lnTo>
                    <a:pt x="434" y="133"/>
                  </a:lnTo>
                  <a:lnTo>
                    <a:pt x="401" y="33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9"/>
            <p:cNvSpPr/>
            <p:nvPr/>
          </p:nvSpPr>
          <p:spPr>
            <a:xfrm>
              <a:off x="2715275" y="1630150"/>
              <a:ext cx="25050" cy="34225"/>
            </a:xfrm>
            <a:custGeom>
              <a:rect b="b" l="l" r="r" t="t"/>
              <a:pathLst>
                <a:path extrusionOk="0" h="1369" w="1002">
                  <a:moveTo>
                    <a:pt x="701" y="1"/>
                  </a:moveTo>
                  <a:lnTo>
                    <a:pt x="635" y="67"/>
                  </a:lnTo>
                  <a:lnTo>
                    <a:pt x="568" y="134"/>
                  </a:lnTo>
                  <a:lnTo>
                    <a:pt x="34" y="1035"/>
                  </a:lnTo>
                  <a:lnTo>
                    <a:pt x="1" y="1102"/>
                  </a:lnTo>
                  <a:lnTo>
                    <a:pt x="1" y="1202"/>
                  </a:lnTo>
                  <a:lnTo>
                    <a:pt x="34" y="1302"/>
                  </a:lnTo>
                  <a:lnTo>
                    <a:pt x="101" y="1368"/>
                  </a:lnTo>
                  <a:lnTo>
                    <a:pt x="268" y="1368"/>
                  </a:lnTo>
                  <a:lnTo>
                    <a:pt x="368" y="1335"/>
                  </a:lnTo>
                  <a:lnTo>
                    <a:pt x="434" y="1268"/>
                  </a:lnTo>
                  <a:lnTo>
                    <a:pt x="968" y="368"/>
                  </a:lnTo>
                  <a:lnTo>
                    <a:pt x="1002" y="267"/>
                  </a:lnTo>
                  <a:lnTo>
                    <a:pt x="1002" y="167"/>
                  </a:lnTo>
                  <a:lnTo>
                    <a:pt x="968" y="101"/>
                  </a:lnTo>
                  <a:lnTo>
                    <a:pt x="868" y="34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9"/>
            <p:cNvSpPr/>
            <p:nvPr/>
          </p:nvSpPr>
          <p:spPr>
            <a:xfrm>
              <a:off x="2824550" y="1711900"/>
              <a:ext cx="43400" cy="52550"/>
            </a:xfrm>
            <a:custGeom>
              <a:rect b="b" l="l" r="r" t="t"/>
              <a:pathLst>
                <a:path extrusionOk="0" h="2102" w="1736">
                  <a:moveTo>
                    <a:pt x="1535" y="0"/>
                  </a:moveTo>
                  <a:lnTo>
                    <a:pt x="1435" y="33"/>
                  </a:lnTo>
                  <a:lnTo>
                    <a:pt x="1335" y="67"/>
                  </a:lnTo>
                  <a:lnTo>
                    <a:pt x="1301" y="134"/>
                  </a:lnTo>
                  <a:lnTo>
                    <a:pt x="1034" y="567"/>
                  </a:lnTo>
                  <a:lnTo>
                    <a:pt x="734" y="968"/>
                  </a:lnTo>
                  <a:lnTo>
                    <a:pt x="401" y="1368"/>
                  </a:lnTo>
                  <a:lnTo>
                    <a:pt x="67" y="1702"/>
                  </a:lnTo>
                  <a:lnTo>
                    <a:pt x="0" y="1802"/>
                  </a:lnTo>
                  <a:lnTo>
                    <a:pt x="0" y="1868"/>
                  </a:lnTo>
                  <a:lnTo>
                    <a:pt x="0" y="1969"/>
                  </a:lnTo>
                  <a:lnTo>
                    <a:pt x="67" y="2035"/>
                  </a:lnTo>
                  <a:lnTo>
                    <a:pt x="134" y="2102"/>
                  </a:lnTo>
                  <a:lnTo>
                    <a:pt x="300" y="2102"/>
                  </a:lnTo>
                  <a:lnTo>
                    <a:pt x="367" y="2035"/>
                  </a:lnTo>
                  <a:lnTo>
                    <a:pt x="768" y="1668"/>
                  </a:lnTo>
                  <a:lnTo>
                    <a:pt x="1101" y="1268"/>
                  </a:lnTo>
                  <a:lnTo>
                    <a:pt x="1401" y="834"/>
                  </a:lnTo>
                  <a:lnTo>
                    <a:pt x="1702" y="367"/>
                  </a:lnTo>
                  <a:lnTo>
                    <a:pt x="1735" y="267"/>
                  </a:lnTo>
                  <a:lnTo>
                    <a:pt x="1702" y="200"/>
                  </a:lnTo>
                  <a:lnTo>
                    <a:pt x="1668" y="100"/>
                  </a:lnTo>
                  <a:lnTo>
                    <a:pt x="1602" y="33"/>
                  </a:lnTo>
                  <a:lnTo>
                    <a:pt x="15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9"/>
            <p:cNvSpPr/>
            <p:nvPr/>
          </p:nvSpPr>
          <p:spPr>
            <a:xfrm>
              <a:off x="2887925" y="1839500"/>
              <a:ext cx="56750" cy="52575"/>
            </a:xfrm>
            <a:custGeom>
              <a:rect b="b" l="l" r="r" t="t"/>
              <a:pathLst>
                <a:path extrusionOk="0" h="2103" w="2270">
                  <a:moveTo>
                    <a:pt x="2036" y="1"/>
                  </a:moveTo>
                  <a:lnTo>
                    <a:pt x="1936" y="34"/>
                  </a:lnTo>
                  <a:lnTo>
                    <a:pt x="1435" y="401"/>
                  </a:lnTo>
                  <a:lnTo>
                    <a:pt x="935" y="801"/>
                  </a:lnTo>
                  <a:lnTo>
                    <a:pt x="468" y="1235"/>
                  </a:lnTo>
                  <a:lnTo>
                    <a:pt x="67" y="1702"/>
                  </a:lnTo>
                  <a:lnTo>
                    <a:pt x="1" y="1769"/>
                  </a:lnTo>
                  <a:lnTo>
                    <a:pt x="1" y="1869"/>
                  </a:lnTo>
                  <a:lnTo>
                    <a:pt x="1" y="1969"/>
                  </a:lnTo>
                  <a:lnTo>
                    <a:pt x="67" y="2036"/>
                  </a:lnTo>
                  <a:lnTo>
                    <a:pt x="134" y="2069"/>
                  </a:lnTo>
                  <a:lnTo>
                    <a:pt x="234" y="2102"/>
                  </a:lnTo>
                  <a:lnTo>
                    <a:pt x="301" y="2102"/>
                  </a:lnTo>
                  <a:lnTo>
                    <a:pt x="401" y="2036"/>
                  </a:lnTo>
                  <a:lnTo>
                    <a:pt x="801" y="1602"/>
                  </a:lnTo>
                  <a:lnTo>
                    <a:pt x="1235" y="1168"/>
                  </a:lnTo>
                  <a:lnTo>
                    <a:pt x="1669" y="801"/>
                  </a:lnTo>
                  <a:lnTo>
                    <a:pt x="2169" y="434"/>
                  </a:lnTo>
                  <a:lnTo>
                    <a:pt x="2236" y="368"/>
                  </a:lnTo>
                  <a:lnTo>
                    <a:pt x="2269" y="301"/>
                  </a:lnTo>
                  <a:lnTo>
                    <a:pt x="2269" y="201"/>
                  </a:lnTo>
                  <a:lnTo>
                    <a:pt x="2269" y="134"/>
                  </a:lnTo>
                  <a:lnTo>
                    <a:pt x="2203" y="67"/>
                  </a:lnTo>
                  <a:lnTo>
                    <a:pt x="210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9"/>
            <p:cNvSpPr/>
            <p:nvPr/>
          </p:nvSpPr>
          <p:spPr>
            <a:xfrm>
              <a:off x="2910450" y="2002975"/>
              <a:ext cx="65925" cy="30050"/>
            </a:xfrm>
            <a:custGeom>
              <a:rect b="b" l="l" r="r" t="t"/>
              <a:pathLst>
                <a:path extrusionOk="0" h="1202" w="2637">
                  <a:moveTo>
                    <a:pt x="2469" y="1"/>
                  </a:moveTo>
                  <a:lnTo>
                    <a:pt x="2369" y="34"/>
                  </a:lnTo>
                  <a:lnTo>
                    <a:pt x="167" y="735"/>
                  </a:lnTo>
                  <a:lnTo>
                    <a:pt x="101" y="801"/>
                  </a:lnTo>
                  <a:lnTo>
                    <a:pt x="34" y="868"/>
                  </a:lnTo>
                  <a:lnTo>
                    <a:pt x="1" y="968"/>
                  </a:lnTo>
                  <a:lnTo>
                    <a:pt x="34" y="1035"/>
                  </a:lnTo>
                  <a:lnTo>
                    <a:pt x="67" y="1135"/>
                  </a:lnTo>
                  <a:lnTo>
                    <a:pt x="134" y="1202"/>
                  </a:lnTo>
                  <a:lnTo>
                    <a:pt x="301" y="1202"/>
                  </a:lnTo>
                  <a:lnTo>
                    <a:pt x="2469" y="468"/>
                  </a:lnTo>
                  <a:lnTo>
                    <a:pt x="2569" y="434"/>
                  </a:lnTo>
                  <a:lnTo>
                    <a:pt x="2636" y="334"/>
                  </a:lnTo>
                  <a:lnTo>
                    <a:pt x="2636" y="268"/>
                  </a:lnTo>
                  <a:lnTo>
                    <a:pt x="2636" y="167"/>
                  </a:lnTo>
                  <a:lnTo>
                    <a:pt x="2603" y="101"/>
                  </a:lnTo>
                  <a:lnTo>
                    <a:pt x="2536" y="34"/>
                  </a:lnTo>
                  <a:lnTo>
                    <a:pt x="246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9"/>
            <p:cNvSpPr/>
            <p:nvPr/>
          </p:nvSpPr>
          <p:spPr>
            <a:xfrm>
              <a:off x="2083050" y="1962100"/>
              <a:ext cx="61750" cy="25050"/>
            </a:xfrm>
            <a:custGeom>
              <a:rect b="b" l="l" r="r" t="t"/>
              <a:pathLst>
                <a:path extrusionOk="0" h="1002" w="2470">
                  <a:moveTo>
                    <a:pt x="168" y="1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1" y="201"/>
                  </a:lnTo>
                  <a:lnTo>
                    <a:pt x="1" y="268"/>
                  </a:lnTo>
                  <a:lnTo>
                    <a:pt x="1" y="368"/>
                  </a:lnTo>
                  <a:lnTo>
                    <a:pt x="68" y="435"/>
                  </a:lnTo>
                  <a:lnTo>
                    <a:pt x="168" y="468"/>
                  </a:lnTo>
                  <a:lnTo>
                    <a:pt x="2169" y="968"/>
                  </a:lnTo>
                  <a:lnTo>
                    <a:pt x="2270" y="1002"/>
                  </a:lnTo>
                  <a:lnTo>
                    <a:pt x="2336" y="968"/>
                  </a:lnTo>
                  <a:lnTo>
                    <a:pt x="2403" y="902"/>
                  </a:lnTo>
                  <a:lnTo>
                    <a:pt x="2436" y="802"/>
                  </a:lnTo>
                  <a:lnTo>
                    <a:pt x="2470" y="735"/>
                  </a:lnTo>
                  <a:lnTo>
                    <a:pt x="2436" y="635"/>
                  </a:lnTo>
                  <a:lnTo>
                    <a:pt x="2370" y="568"/>
                  </a:lnTo>
                  <a:lnTo>
                    <a:pt x="2303" y="535"/>
                  </a:lnTo>
                  <a:lnTo>
                    <a:pt x="2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9"/>
            <p:cNvSpPr/>
            <p:nvPr/>
          </p:nvSpPr>
          <p:spPr>
            <a:xfrm>
              <a:off x="2077225" y="2006325"/>
              <a:ext cx="57575" cy="19200"/>
            </a:xfrm>
            <a:custGeom>
              <a:rect b="b" l="l" r="r" t="t"/>
              <a:pathLst>
                <a:path extrusionOk="0" h="768" w="2303">
                  <a:moveTo>
                    <a:pt x="201" y="0"/>
                  </a:moveTo>
                  <a:lnTo>
                    <a:pt x="134" y="33"/>
                  </a:lnTo>
                  <a:lnTo>
                    <a:pt x="67" y="67"/>
                  </a:lnTo>
                  <a:lnTo>
                    <a:pt x="0" y="167"/>
                  </a:lnTo>
                  <a:lnTo>
                    <a:pt x="0" y="267"/>
                  </a:lnTo>
                  <a:lnTo>
                    <a:pt x="34" y="334"/>
                  </a:lnTo>
                  <a:lnTo>
                    <a:pt x="100" y="400"/>
                  </a:lnTo>
                  <a:lnTo>
                    <a:pt x="167" y="434"/>
                  </a:lnTo>
                  <a:lnTo>
                    <a:pt x="2002" y="767"/>
                  </a:lnTo>
                  <a:lnTo>
                    <a:pt x="2102" y="767"/>
                  </a:lnTo>
                  <a:lnTo>
                    <a:pt x="2169" y="734"/>
                  </a:lnTo>
                  <a:lnTo>
                    <a:pt x="2236" y="667"/>
                  </a:lnTo>
                  <a:lnTo>
                    <a:pt x="2302" y="601"/>
                  </a:lnTo>
                  <a:lnTo>
                    <a:pt x="2302" y="501"/>
                  </a:lnTo>
                  <a:lnTo>
                    <a:pt x="2269" y="434"/>
                  </a:lnTo>
                  <a:lnTo>
                    <a:pt x="2202" y="334"/>
                  </a:lnTo>
                  <a:lnTo>
                    <a:pt x="2136" y="300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" name="Google Shape;269;p29"/>
          <p:cNvGrpSpPr/>
          <p:nvPr/>
        </p:nvGrpSpPr>
        <p:grpSpPr>
          <a:xfrm>
            <a:off x="4861807" y="1237351"/>
            <a:ext cx="1871698" cy="1688837"/>
            <a:chOff x="858650" y="3046400"/>
            <a:chExt cx="1118500" cy="1009225"/>
          </a:xfrm>
        </p:grpSpPr>
        <p:sp>
          <p:nvSpPr>
            <p:cNvPr id="270" name="Google Shape;270;p29"/>
            <p:cNvSpPr/>
            <p:nvPr/>
          </p:nvSpPr>
          <p:spPr>
            <a:xfrm>
              <a:off x="1109700" y="3269925"/>
              <a:ext cx="667275" cy="621400"/>
            </a:xfrm>
            <a:custGeom>
              <a:rect b="b" l="l" r="r" t="t"/>
              <a:pathLst>
                <a:path extrusionOk="0" h="24856" w="26691">
                  <a:moveTo>
                    <a:pt x="11711" y="0"/>
                  </a:moveTo>
                  <a:lnTo>
                    <a:pt x="10643" y="34"/>
                  </a:lnTo>
                  <a:lnTo>
                    <a:pt x="9576" y="67"/>
                  </a:lnTo>
                  <a:lnTo>
                    <a:pt x="8508" y="200"/>
                  </a:lnTo>
                  <a:lnTo>
                    <a:pt x="7441" y="367"/>
                  </a:lnTo>
                  <a:lnTo>
                    <a:pt x="6406" y="601"/>
                  </a:lnTo>
                  <a:lnTo>
                    <a:pt x="5873" y="734"/>
                  </a:lnTo>
                  <a:lnTo>
                    <a:pt x="5372" y="901"/>
                  </a:lnTo>
                  <a:lnTo>
                    <a:pt x="4905" y="1101"/>
                  </a:lnTo>
                  <a:lnTo>
                    <a:pt x="4405" y="1335"/>
                  </a:lnTo>
                  <a:lnTo>
                    <a:pt x="3938" y="1568"/>
                  </a:lnTo>
                  <a:lnTo>
                    <a:pt x="3504" y="1869"/>
                  </a:lnTo>
                  <a:lnTo>
                    <a:pt x="3104" y="2169"/>
                  </a:lnTo>
                  <a:lnTo>
                    <a:pt x="2703" y="2502"/>
                  </a:lnTo>
                  <a:lnTo>
                    <a:pt x="2436" y="2769"/>
                  </a:lnTo>
                  <a:lnTo>
                    <a:pt x="2203" y="3036"/>
                  </a:lnTo>
                  <a:lnTo>
                    <a:pt x="1969" y="3337"/>
                  </a:lnTo>
                  <a:lnTo>
                    <a:pt x="1769" y="3637"/>
                  </a:lnTo>
                  <a:lnTo>
                    <a:pt x="1402" y="4271"/>
                  </a:lnTo>
                  <a:lnTo>
                    <a:pt x="1102" y="4938"/>
                  </a:lnTo>
                  <a:lnTo>
                    <a:pt x="835" y="5639"/>
                  </a:lnTo>
                  <a:lnTo>
                    <a:pt x="635" y="6339"/>
                  </a:lnTo>
                  <a:lnTo>
                    <a:pt x="435" y="7073"/>
                  </a:lnTo>
                  <a:lnTo>
                    <a:pt x="301" y="7774"/>
                  </a:lnTo>
                  <a:lnTo>
                    <a:pt x="134" y="8675"/>
                  </a:lnTo>
                  <a:lnTo>
                    <a:pt x="34" y="9575"/>
                  </a:lnTo>
                  <a:lnTo>
                    <a:pt x="1" y="10009"/>
                  </a:lnTo>
                  <a:lnTo>
                    <a:pt x="1" y="10443"/>
                  </a:lnTo>
                  <a:lnTo>
                    <a:pt x="34" y="10910"/>
                  </a:lnTo>
                  <a:lnTo>
                    <a:pt x="68" y="11344"/>
                  </a:lnTo>
                  <a:lnTo>
                    <a:pt x="168" y="11844"/>
                  </a:lnTo>
                  <a:lnTo>
                    <a:pt x="301" y="12344"/>
                  </a:lnTo>
                  <a:lnTo>
                    <a:pt x="501" y="12845"/>
                  </a:lnTo>
                  <a:lnTo>
                    <a:pt x="701" y="13345"/>
                  </a:lnTo>
                  <a:lnTo>
                    <a:pt x="968" y="13812"/>
                  </a:lnTo>
                  <a:lnTo>
                    <a:pt x="1269" y="14279"/>
                  </a:lnTo>
                  <a:lnTo>
                    <a:pt x="1569" y="14680"/>
                  </a:lnTo>
                  <a:lnTo>
                    <a:pt x="1903" y="15047"/>
                  </a:lnTo>
                  <a:lnTo>
                    <a:pt x="2169" y="15247"/>
                  </a:lnTo>
                  <a:lnTo>
                    <a:pt x="2403" y="15447"/>
                  </a:lnTo>
                  <a:lnTo>
                    <a:pt x="2970" y="15781"/>
                  </a:lnTo>
                  <a:lnTo>
                    <a:pt x="3537" y="16081"/>
                  </a:lnTo>
                  <a:lnTo>
                    <a:pt x="4138" y="16315"/>
                  </a:lnTo>
                  <a:lnTo>
                    <a:pt x="4838" y="16581"/>
                  </a:lnTo>
                  <a:lnTo>
                    <a:pt x="5172" y="16715"/>
                  </a:lnTo>
                  <a:lnTo>
                    <a:pt x="5506" y="16882"/>
                  </a:lnTo>
                  <a:lnTo>
                    <a:pt x="5839" y="17048"/>
                  </a:lnTo>
                  <a:lnTo>
                    <a:pt x="6140" y="17249"/>
                  </a:lnTo>
                  <a:lnTo>
                    <a:pt x="6406" y="17482"/>
                  </a:lnTo>
                  <a:lnTo>
                    <a:pt x="6640" y="17782"/>
                  </a:lnTo>
                  <a:lnTo>
                    <a:pt x="6840" y="18116"/>
                  </a:lnTo>
                  <a:lnTo>
                    <a:pt x="7007" y="18516"/>
                  </a:lnTo>
                  <a:lnTo>
                    <a:pt x="7107" y="18950"/>
                  </a:lnTo>
                  <a:lnTo>
                    <a:pt x="7207" y="19417"/>
                  </a:lnTo>
                  <a:lnTo>
                    <a:pt x="7341" y="20318"/>
                  </a:lnTo>
                  <a:lnTo>
                    <a:pt x="7407" y="21152"/>
                  </a:lnTo>
                  <a:lnTo>
                    <a:pt x="7741" y="24855"/>
                  </a:lnTo>
                  <a:lnTo>
                    <a:pt x="18584" y="24789"/>
                  </a:lnTo>
                  <a:lnTo>
                    <a:pt x="18584" y="24588"/>
                  </a:lnTo>
                  <a:lnTo>
                    <a:pt x="18584" y="24388"/>
                  </a:lnTo>
                  <a:lnTo>
                    <a:pt x="18550" y="23688"/>
                  </a:lnTo>
                  <a:lnTo>
                    <a:pt x="18550" y="22987"/>
                  </a:lnTo>
                  <a:lnTo>
                    <a:pt x="18617" y="22253"/>
                  </a:lnTo>
                  <a:lnTo>
                    <a:pt x="18684" y="21552"/>
                  </a:lnTo>
                  <a:lnTo>
                    <a:pt x="18817" y="20852"/>
                  </a:lnTo>
                  <a:lnTo>
                    <a:pt x="18984" y="20185"/>
                  </a:lnTo>
                  <a:lnTo>
                    <a:pt x="19218" y="19484"/>
                  </a:lnTo>
                  <a:lnTo>
                    <a:pt x="19485" y="18850"/>
                  </a:lnTo>
                  <a:lnTo>
                    <a:pt x="19785" y="18216"/>
                  </a:lnTo>
                  <a:lnTo>
                    <a:pt x="20118" y="17616"/>
                  </a:lnTo>
                  <a:lnTo>
                    <a:pt x="20519" y="17048"/>
                  </a:lnTo>
                  <a:lnTo>
                    <a:pt x="20986" y="16515"/>
                  </a:lnTo>
                  <a:lnTo>
                    <a:pt x="21486" y="16014"/>
                  </a:lnTo>
                  <a:lnTo>
                    <a:pt x="22020" y="15547"/>
                  </a:lnTo>
                  <a:lnTo>
                    <a:pt x="22621" y="15147"/>
                  </a:lnTo>
                  <a:lnTo>
                    <a:pt x="23255" y="14780"/>
                  </a:lnTo>
                  <a:lnTo>
                    <a:pt x="24089" y="14379"/>
                  </a:lnTo>
                  <a:lnTo>
                    <a:pt x="24489" y="14146"/>
                  </a:lnTo>
                  <a:lnTo>
                    <a:pt x="24856" y="13879"/>
                  </a:lnTo>
                  <a:lnTo>
                    <a:pt x="25156" y="13579"/>
                  </a:lnTo>
                  <a:lnTo>
                    <a:pt x="25423" y="13279"/>
                  </a:lnTo>
                  <a:lnTo>
                    <a:pt x="25623" y="12912"/>
                  </a:lnTo>
                  <a:lnTo>
                    <a:pt x="25790" y="12545"/>
                  </a:lnTo>
                  <a:lnTo>
                    <a:pt x="25924" y="12144"/>
                  </a:lnTo>
                  <a:lnTo>
                    <a:pt x="26057" y="11744"/>
                  </a:lnTo>
                  <a:lnTo>
                    <a:pt x="26224" y="10943"/>
                  </a:lnTo>
                  <a:lnTo>
                    <a:pt x="26391" y="10209"/>
                  </a:lnTo>
                  <a:lnTo>
                    <a:pt x="26524" y="9475"/>
                  </a:lnTo>
                  <a:lnTo>
                    <a:pt x="26624" y="8741"/>
                  </a:lnTo>
                  <a:lnTo>
                    <a:pt x="26657" y="8007"/>
                  </a:lnTo>
                  <a:lnTo>
                    <a:pt x="26691" y="7273"/>
                  </a:lnTo>
                  <a:lnTo>
                    <a:pt x="26624" y="6539"/>
                  </a:lnTo>
                  <a:lnTo>
                    <a:pt x="26557" y="6206"/>
                  </a:lnTo>
                  <a:lnTo>
                    <a:pt x="26457" y="5839"/>
                  </a:lnTo>
                  <a:lnTo>
                    <a:pt x="26357" y="5505"/>
                  </a:lnTo>
                  <a:lnTo>
                    <a:pt x="26224" y="5171"/>
                  </a:lnTo>
                  <a:lnTo>
                    <a:pt x="26057" y="4738"/>
                  </a:lnTo>
                  <a:lnTo>
                    <a:pt x="25823" y="4371"/>
                  </a:lnTo>
                  <a:lnTo>
                    <a:pt x="25557" y="4004"/>
                  </a:lnTo>
                  <a:lnTo>
                    <a:pt x="25290" y="3670"/>
                  </a:lnTo>
                  <a:lnTo>
                    <a:pt x="24989" y="3337"/>
                  </a:lnTo>
                  <a:lnTo>
                    <a:pt x="24656" y="3036"/>
                  </a:lnTo>
                  <a:lnTo>
                    <a:pt x="24322" y="2736"/>
                  </a:lnTo>
                  <a:lnTo>
                    <a:pt x="23955" y="2502"/>
                  </a:lnTo>
                  <a:lnTo>
                    <a:pt x="23588" y="2236"/>
                  </a:lnTo>
                  <a:lnTo>
                    <a:pt x="23188" y="2002"/>
                  </a:lnTo>
                  <a:lnTo>
                    <a:pt x="22787" y="1802"/>
                  </a:lnTo>
                  <a:lnTo>
                    <a:pt x="22354" y="1602"/>
                  </a:lnTo>
                  <a:lnTo>
                    <a:pt x="21520" y="1268"/>
                  </a:lnTo>
                  <a:lnTo>
                    <a:pt x="20652" y="1001"/>
                  </a:lnTo>
                  <a:lnTo>
                    <a:pt x="19952" y="834"/>
                  </a:lnTo>
                  <a:lnTo>
                    <a:pt x="19251" y="701"/>
                  </a:lnTo>
                  <a:lnTo>
                    <a:pt x="18517" y="567"/>
                  </a:lnTo>
                  <a:lnTo>
                    <a:pt x="17816" y="467"/>
                  </a:lnTo>
                  <a:lnTo>
                    <a:pt x="16382" y="301"/>
                  </a:lnTo>
                  <a:lnTo>
                    <a:pt x="14947" y="167"/>
                  </a:lnTo>
                  <a:lnTo>
                    <a:pt x="13880" y="100"/>
                  </a:lnTo>
                  <a:lnTo>
                    <a:pt x="12779" y="34"/>
                  </a:lnTo>
                  <a:lnTo>
                    <a:pt x="11711" y="0"/>
                  </a:lnTo>
                  <a:close/>
                </a:path>
              </a:pathLst>
            </a:custGeom>
            <a:solidFill>
              <a:srgbClr val="F4DF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9"/>
            <p:cNvSpPr/>
            <p:nvPr/>
          </p:nvSpPr>
          <p:spPr>
            <a:xfrm>
              <a:off x="1109700" y="3269925"/>
              <a:ext cx="667275" cy="621400"/>
            </a:xfrm>
            <a:custGeom>
              <a:rect b="b" l="l" r="r" t="t"/>
              <a:pathLst>
                <a:path extrusionOk="0" fill="none" h="24856" w="26691">
                  <a:moveTo>
                    <a:pt x="7741" y="24855"/>
                  </a:moveTo>
                  <a:lnTo>
                    <a:pt x="7741" y="24855"/>
                  </a:lnTo>
                  <a:lnTo>
                    <a:pt x="7407" y="21152"/>
                  </a:lnTo>
                  <a:lnTo>
                    <a:pt x="7407" y="21152"/>
                  </a:lnTo>
                  <a:lnTo>
                    <a:pt x="7341" y="20318"/>
                  </a:lnTo>
                  <a:lnTo>
                    <a:pt x="7207" y="19417"/>
                  </a:lnTo>
                  <a:lnTo>
                    <a:pt x="7107" y="18950"/>
                  </a:lnTo>
                  <a:lnTo>
                    <a:pt x="7007" y="18516"/>
                  </a:lnTo>
                  <a:lnTo>
                    <a:pt x="6840" y="18116"/>
                  </a:lnTo>
                  <a:lnTo>
                    <a:pt x="6640" y="17782"/>
                  </a:lnTo>
                  <a:lnTo>
                    <a:pt x="6640" y="17782"/>
                  </a:lnTo>
                  <a:lnTo>
                    <a:pt x="6406" y="17482"/>
                  </a:lnTo>
                  <a:lnTo>
                    <a:pt x="6140" y="17249"/>
                  </a:lnTo>
                  <a:lnTo>
                    <a:pt x="5839" y="17048"/>
                  </a:lnTo>
                  <a:lnTo>
                    <a:pt x="5506" y="16882"/>
                  </a:lnTo>
                  <a:lnTo>
                    <a:pt x="5172" y="16715"/>
                  </a:lnTo>
                  <a:lnTo>
                    <a:pt x="4838" y="16581"/>
                  </a:lnTo>
                  <a:lnTo>
                    <a:pt x="4138" y="16315"/>
                  </a:lnTo>
                  <a:lnTo>
                    <a:pt x="4138" y="16315"/>
                  </a:lnTo>
                  <a:lnTo>
                    <a:pt x="3537" y="16081"/>
                  </a:lnTo>
                  <a:lnTo>
                    <a:pt x="2970" y="15781"/>
                  </a:lnTo>
                  <a:lnTo>
                    <a:pt x="2403" y="15447"/>
                  </a:lnTo>
                  <a:lnTo>
                    <a:pt x="2169" y="15247"/>
                  </a:lnTo>
                  <a:lnTo>
                    <a:pt x="1903" y="15047"/>
                  </a:lnTo>
                  <a:lnTo>
                    <a:pt x="1903" y="15047"/>
                  </a:lnTo>
                  <a:lnTo>
                    <a:pt x="1569" y="14680"/>
                  </a:lnTo>
                  <a:lnTo>
                    <a:pt x="1269" y="14279"/>
                  </a:lnTo>
                  <a:lnTo>
                    <a:pt x="968" y="13812"/>
                  </a:lnTo>
                  <a:lnTo>
                    <a:pt x="701" y="13345"/>
                  </a:lnTo>
                  <a:lnTo>
                    <a:pt x="501" y="12845"/>
                  </a:lnTo>
                  <a:lnTo>
                    <a:pt x="301" y="12344"/>
                  </a:lnTo>
                  <a:lnTo>
                    <a:pt x="168" y="11844"/>
                  </a:lnTo>
                  <a:lnTo>
                    <a:pt x="68" y="11344"/>
                  </a:lnTo>
                  <a:lnTo>
                    <a:pt x="68" y="11344"/>
                  </a:lnTo>
                  <a:lnTo>
                    <a:pt x="34" y="10910"/>
                  </a:lnTo>
                  <a:lnTo>
                    <a:pt x="1" y="10443"/>
                  </a:lnTo>
                  <a:lnTo>
                    <a:pt x="1" y="10009"/>
                  </a:lnTo>
                  <a:lnTo>
                    <a:pt x="34" y="9575"/>
                  </a:lnTo>
                  <a:lnTo>
                    <a:pt x="134" y="8675"/>
                  </a:lnTo>
                  <a:lnTo>
                    <a:pt x="301" y="7774"/>
                  </a:lnTo>
                  <a:lnTo>
                    <a:pt x="301" y="7774"/>
                  </a:lnTo>
                  <a:lnTo>
                    <a:pt x="435" y="7073"/>
                  </a:lnTo>
                  <a:lnTo>
                    <a:pt x="635" y="6339"/>
                  </a:lnTo>
                  <a:lnTo>
                    <a:pt x="835" y="5639"/>
                  </a:lnTo>
                  <a:lnTo>
                    <a:pt x="1102" y="4938"/>
                  </a:lnTo>
                  <a:lnTo>
                    <a:pt x="1402" y="4271"/>
                  </a:lnTo>
                  <a:lnTo>
                    <a:pt x="1769" y="3637"/>
                  </a:lnTo>
                  <a:lnTo>
                    <a:pt x="1969" y="3337"/>
                  </a:lnTo>
                  <a:lnTo>
                    <a:pt x="2203" y="3036"/>
                  </a:lnTo>
                  <a:lnTo>
                    <a:pt x="2436" y="2769"/>
                  </a:lnTo>
                  <a:lnTo>
                    <a:pt x="2703" y="2502"/>
                  </a:lnTo>
                  <a:lnTo>
                    <a:pt x="2703" y="2502"/>
                  </a:lnTo>
                  <a:lnTo>
                    <a:pt x="3104" y="2169"/>
                  </a:lnTo>
                  <a:lnTo>
                    <a:pt x="3504" y="1869"/>
                  </a:lnTo>
                  <a:lnTo>
                    <a:pt x="3938" y="1568"/>
                  </a:lnTo>
                  <a:lnTo>
                    <a:pt x="4405" y="1335"/>
                  </a:lnTo>
                  <a:lnTo>
                    <a:pt x="4905" y="1101"/>
                  </a:lnTo>
                  <a:lnTo>
                    <a:pt x="5372" y="901"/>
                  </a:lnTo>
                  <a:lnTo>
                    <a:pt x="5873" y="734"/>
                  </a:lnTo>
                  <a:lnTo>
                    <a:pt x="6406" y="601"/>
                  </a:lnTo>
                  <a:lnTo>
                    <a:pt x="6406" y="601"/>
                  </a:lnTo>
                  <a:lnTo>
                    <a:pt x="7441" y="367"/>
                  </a:lnTo>
                  <a:lnTo>
                    <a:pt x="8508" y="200"/>
                  </a:lnTo>
                  <a:lnTo>
                    <a:pt x="9576" y="67"/>
                  </a:lnTo>
                  <a:lnTo>
                    <a:pt x="10643" y="34"/>
                  </a:lnTo>
                  <a:lnTo>
                    <a:pt x="11711" y="0"/>
                  </a:lnTo>
                  <a:lnTo>
                    <a:pt x="12779" y="34"/>
                  </a:lnTo>
                  <a:lnTo>
                    <a:pt x="13880" y="100"/>
                  </a:lnTo>
                  <a:lnTo>
                    <a:pt x="14947" y="167"/>
                  </a:lnTo>
                  <a:lnTo>
                    <a:pt x="14947" y="167"/>
                  </a:lnTo>
                  <a:lnTo>
                    <a:pt x="16382" y="301"/>
                  </a:lnTo>
                  <a:lnTo>
                    <a:pt x="17816" y="467"/>
                  </a:lnTo>
                  <a:lnTo>
                    <a:pt x="18517" y="567"/>
                  </a:lnTo>
                  <a:lnTo>
                    <a:pt x="19251" y="701"/>
                  </a:lnTo>
                  <a:lnTo>
                    <a:pt x="19952" y="834"/>
                  </a:lnTo>
                  <a:lnTo>
                    <a:pt x="20652" y="1001"/>
                  </a:lnTo>
                  <a:lnTo>
                    <a:pt x="20652" y="1001"/>
                  </a:lnTo>
                  <a:lnTo>
                    <a:pt x="21520" y="1268"/>
                  </a:lnTo>
                  <a:lnTo>
                    <a:pt x="22354" y="1602"/>
                  </a:lnTo>
                  <a:lnTo>
                    <a:pt x="22787" y="1802"/>
                  </a:lnTo>
                  <a:lnTo>
                    <a:pt x="23188" y="2002"/>
                  </a:lnTo>
                  <a:lnTo>
                    <a:pt x="23588" y="2236"/>
                  </a:lnTo>
                  <a:lnTo>
                    <a:pt x="23955" y="2502"/>
                  </a:lnTo>
                  <a:lnTo>
                    <a:pt x="24322" y="2736"/>
                  </a:lnTo>
                  <a:lnTo>
                    <a:pt x="24656" y="3036"/>
                  </a:lnTo>
                  <a:lnTo>
                    <a:pt x="24989" y="3337"/>
                  </a:lnTo>
                  <a:lnTo>
                    <a:pt x="25290" y="3670"/>
                  </a:lnTo>
                  <a:lnTo>
                    <a:pt x="25557" y="4004"/>
                  </a:lnTo>
                  <a:lnTo>
                    <a:pt x="25823" y="4371"/>
                  </a:lnTo>
                  <a:lnTo>
                    <a:pt x="26057" y="4738"/>
                  </a:lnTo>
                  <a:lnTo>
                    <a:pt x="26224" y="5171"/>
                  </a:lnTo>
                  <a:lnTo>
                    <a:pt x="26224" y="5171"/>
                  </a:lnTo>
                  <a:lnTo>
                    <a:pt x="26357" y="5505"/>
                  </a:lnTo>
                  <a:lnTo>
                    <a:pt x="26457" y="5839"/>
                  </a:lnTo>
                  <a:lnTo>
                    <a:pt x="26557" y="6206"/>
                  </a:lnTo>
                  <a:lnTo>
                    <a:pt x="26624" y="6539"/>
                  </a:lnTo>
                  <a:lnTo>
                    <a:pt x="26691" y="7273"/>
                  </a:lnTo>
                  <a:lnTo>
                    <a:pt x="26657" y="8007"/>
                  </a:lnTo>
                  <a:lnTo>
                    <a:pt x="26624" y="8741"/>
                  </a:lnTo>
                  <a:lnTo>
                    <a:pt x="26524" y="9475"/>
                  </a:lnTo>
                  <a:lnTo>
                    <a:pt x="26391" y="10209"/>
                  </a:lnTo>
                  <a:lnTo>
                    <a:pt x="26224" y="10943"/>
                  </a:lnTo>
                  <a:lnTo>
                    <a:pt x="26224" y="10943"/>
                  </a:lnTo>
                  <a:lnTo>
                    <a:pt x="26057" y="11744"/>
                  </a:lnTo>
                  <a:lnTo>
                    <a:pt x="25924" y="12144"/>
                  </a:lnTo>
                  <a:lnTo>
                    <a:pt x="25790" y="12545"/>
                  </a:lnTo>
                  <a:lnTo>
                    <a:pt x="25623" y="12912"/>
                  </a:lnTo>
                  <a:lnTo>
                    <a:pt x="25423" y="13279"/>
                  </a:lnTo>
                  <a:lnTo>
                    <a:pt x="25156" y="13579"/>
                  </a:lnTo>
                  <a:lnTo>
                    <a:pt x="24856" y="13879"/>
                  </a:lnTo>
                  <a:lnTo>
                    <a:pt x="24856" y="13879"/>
                  </a:lnTo>
                  <a:lnTo>
                    <a:pt x="24489" y="14146"/>
                  </a:lnTo>
                  <a:lnTo>
                    <a:pt x="24089" y="14379"/>
                  </a:lnTo>
                  <a:lnTo>
                    <a:pt x="23255" y="14780"/>
                  </a:lnTo>
                  <a:lnTo>
                    <a:pt x="23255" y="14780"/>
                  </a:lnTo>
                  <a:lnTo>
                    <a:pt x="22621" y="15147"/>
                  </a:lnTo>
                  <a:lnTo>
                    <a:pt x="22020" y="15547"/>
                  </a:lnTo>
                  <a:lnTo>
                    <a:pt x="21486" y="16014"/>
                  </a:lnTo>
                  <a:lnTo>
                    <a:pt x="20986" y="16515"/>
                  </a:lnTo>
                  <a:lnTo>
                    <a:pt x="20519" y="17048"/>
                  </a:lnTo>
                  <a:lnTo>
                    <a:pt x="20118" y="17616"/>
                  </a:lnTo>
                  <a:lnTo>
                    <a:pt x="19785" y="18216"/>
                  </a:lnTo>
                  <a:lnTo>
                    <a:pt x="19485" y="18850"/>
                  </a:lnTo>
                  <a:lnTo>
                    <a:pt x="19218" y="19484"/>
                  </a:lnTo>
                  <a:lnTo>
                    <a:pt x="18984" y="20185"/>
                  </a:lnTo>
                  <a:lnTo>
                    <a:pt x="18817" y="20852"/>
                  </a:lnTo>
                  <a:lnTo>
                    <a:pt x="18684" y="21552"/>
                  </a:lnTo>
                  <a:lnTo>
                    <a:pt x="18617" y="22253"/>
                  </a:lnTo>
                  <a:lnTo>
                    <a:pt x="18550" y="22987"/>
                  </a:lnTo>
                  <a:lnTo>
                    <a:pt x="18550" y="23688"/>
                  </a:lnTo>
                  <a:lnTo>
                    <a:pt x="18584" y="24388"/>
                  </a:lnTo>
                  <a:lnTo>
                    <a:pt x="18584" y="24388"/>
                  </a:lnTo>
                  <a:lnTo>
                    <a:pt x="18584" y="24588"/>
                  </a:lnTo>
                  <a:lnTo>
                    <a:pt x="18584" y="2478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9"/>
            <p:cNvSpPr/>
            <p:nvPr/>
          </p:nvSpPr>
          <p:spPr>
            <a:xfrm>
              <a:off x="1032975" y="3192350"/>
              <a:ext cx="817400" cy="863275"/>
            </a:xfrm>
            <a:custGeom>
              <a:rect b="b" l="l" r="r" t="t"/>
              <a:pathLst>
                <a:path extrusionOk="0" h="34531" w="32696">
                  <a:moveTo>
                    <a:pt x="18350" y="368"/>
                  </a:moveTo>
                  <a:lnTo>
                    <a:pt x="19484" y="434"/>
                  </a:lnTo>
                  <a:lnTo>
                    <a:pt x="20619" y="534"/>
                  </a:lnTo>
                  <a:lnTo>
                    <a:pt x="21753" y="668"/>
                  </a:lnTo>
                  <a:lnTo>
                    <a:pt x="22887" y="901"/>
                  </a:lnTo>
                  <a:lnTo>
                    <a:pt x="23988" y="1202"/>
                  </a:lnTo>
                  <a:lnTo>
                    <a:pt x="25056" y="1535"/>
                  </a:lnTo>
                  <a:lnTo>
                    <a:pt x="25556" y="1735"/>
                  </a:lnTo>
                  <a:lnTo>
                    <a:pt x="26023" y="1969"/>
                  </a:lnTo>
                  <a:lnTo>
                    <a:pt x="26490" y="2202"/>
                  </a:lnTo>
                  <a:lnTo>
                    <a:pt x="26957" y="2436"/>
                  </a:lnTo>
                  <a:lnTo>
                    <a:pt x="27424" y="2703"/>
                  </a:lnTo>
                  <a:lnTo>
                    <a:pt x="27858" y="3003"/>
                  </a:lnTo>
                  <a:lnTo>
                    <a:pt x="28292" y="3337"/>
                  </a:lnTo>
                  <a:lnTo>
                    <a:pt x="28692" y="3670"/>
                  </a:lnTo>
                  <a:lnTo>
                    <a:pt x="29093" y="4071"/>
                  </a:lnTo>
                  <a:lnTo>
                    <a:pt x="29460" y="4471"/>
                  </a:lnTo>
                  <a:lnTo>
                    <a:pt x="29793" y="4905"/>
                  </a:lnTo>
                  <a:lnTo>
                    <a:pt x="30127" y="5339"/>
                  </a:lnTo>
                  <a:lnTo>
                    <a:pt x="30427" y="5806"/>
                  </a:lnTo>
                  <a:lnTo>
                    <a:pt x="30694" y="6273"/>
                  </a:lnTo>
                  <a:lnTo>
                    <a:pt x="30928" y="6773"/>
                  </a:lnTo>
                  <a:lnTo>
                    <a:pt x="31161" y="7274"/>
                  </a:lnTo>
                  <a:lnTo>
                    <a:pt x="31361" y="7807"/>
                  </a:lnTo>
                  <a:lnTo>
                    <a:pt x="31528" y="8308"/>
                  </a:lnTo>
                  <a:lnTo>
                    <a:pt x="31828" y="9375"/>
                  </a:lnTo>
                  <a:lnTo>
                    <a:pt x="32062" y="10476"/>
                  </a:lnTo>
                  <a:lnTo>
                    <a:pt x="32229" y="11577"/>
                  </a:lnTo>
                  <a:lnTo>
                    <a:pt x="32295" y="12545"/>
                  </a:lnTo>
                  <a:lnTo>
                    <a:pt x="32329" y="13045"/>
                  </a:lnTo>
                  <a:lnTo>
                    <a:pt x="32295" y="13546"/>
                  </a:lnTo>
                  <a:lnTo>
                    <a:pt x="32262" y="14046"/>
                  </a:lnTo>
                  <a:lnTo>
                    <a:pt x="32195" y="14547"/>
                  </a:lnTo>
                  <a:lnTo>
                    <a:pt x="32095" y="15014"/>
                  </a:lnTo>
                  <a:lnTo>
                    <a:pt x="31928" y="15481"/>
                  </a:lnTo>
                  <a:lnTo>
                    <a:pt x="31762" y="15948"/>
                  </a:lnTo>
                  <a:lnTo>
                    <a:pt x="31561" y="16382"/>
                  </a:lnTo>
                  <a:lnTo>
                    <a:pt x="31295" y="16782"/>
                  </a:lnTo>
                  <a:lnTo>
                    <a:pt x="30994" y="17182"/>
                  </a:lnTo>
                  <a:lnTo>
                    <a:pt x="30594" y="17516"/>
                  </a:lnTo>
                  <a:lnTo>
                    <a:pt x="30194" y="17849"/>
                  </a:lnTo>
                  <a:lnTo>
                    <a:pt x="29760" y="18116"/>
                  </a:lnTo>
                  <a:lnTo>
                    <a:pt x="29293" y="18350"/>
                  </a:lnTo>
                  <a:lnTo>
                    <a:pt x="28826" y="18550"/>
                  </a:lnTo>
                  <a:lnTo>
                    <a:pt x="28325" y="18750"/>
                  </a:lnTo>
                  <a:lnTo>
                    <a:pt x="27358" y="19084"/>
                  </a:lnTo>
                  <a:lnTo>
                    <a:pt x="26857" y="19284"/>
                  </a:lnTo>
                  <a:lnTo>
                    <a:pt x="26390" y="19484"/>
                  </a:lnTo>
                  <a:lnTo>
                    <a:pt x="25923" y="19718"/>
                  </a:lnTo>
                  <a:lnTo>
                    <a:pt x="25456" y="19951"/>
                  </a:lnTo>
                  <a:lnTo>
                    <a:pt x="25089" y="20218"/>
                  </a:lnTo>
                  <a:lnTo>
                    <a:pt x="24722" y="20485"/>
                  </a:lnTo>
                  <a:lnTo>
                    <a:pt x="24388" y="20785"/>
                  </a:lnTo>
                  <a:lnTo>
                    <a:pt x="24088" y="21119"/>
                  </a:lnTo>
                  <a:lnTo>
                    <a:pt x="23788" y="21486"/>
                  </a:lnTo>
                  <a:lnTo>
                    <a:pt x="23554" y="21853"/>
                  </a:lnTo>
                  <a:lnTo>
                    <a:pt x="23288" y="22220"/>
                  </a:lnTo>
                  <a:lnTo>
                    <a:pt x="23087" y="22620"/>
                  </a:lnTo>
                  <a:lnTo>
                    <a:pt x="22887" y="23021"/>
                  </a:lnTo>
                  <a:lnTo>
                    <a:pt x="22720" y="23454"/>
                  </a:lnTo>
                  <a:lnTo>
                    <a:pt x="22587" y="23888"/>
                  </a:lnTo>
                  <a:lnTo>
                    <a:pt x="22487" y="24322"/>
                  </a:lnTo>
                  <a:lnTo>
                    <a:pt x="22420" y="24756"/>
                  </a:lnTo>
                  <a:lnTo>
                    <a:pt x="22353" y="25223"/>
                  </a:lnTo>
                  <a:lnTo>
                    <a:pt x="22353" y="25656"/>
                  </a:lnTo>
                  <a:lnTo>
                    <a:pt x="22353" y="26123"/>
                  </a:lnTo>
                  <a:lnTo>
                    <a:pt x="22387" y="26524"/>
                  </a:lnTo>
                  <a:lnTo>
                    <a:pt x="22453" y="26924"/>
                  </a:lnTo>
                  <a:lnTo>
                    <a:pt x="22554" y="27291"/>
                  </a:lnTo>
                  <a:lnTo>
                    <a:pt x="22654" y="27691"/>
                  </a:lnTo>
                  <a:lnTo>
                    <a:pt x="17382" y="27892"/>
                  </a:lnTo>
                  <a:lnTo>
                    <a:pt x="12144" y="28058"/>
                  </a:lnTo>
                  <a:lnTo>
                    <a:pt x="10743" y="28058"/>
                  </a:lnTo>
                  <a:lnTo>
                    <a:pt x="10076" y="28025"/>
                  </a:lnTo>
                  <a:lnTo>
                    <a:pt x="9375" y="27992"/>
                  </a:lnTo>
                  <a:lnTo>
                    <a:pt x="9409" y="27091"/>
                  </a:lnTo>
                  <a:lnTo>
                    <a:pt x="9375" y="26157"/>
                  </a:lnTo>
                  <a:lnTo>
                    <a:pt x="9309" y="25223"/>
                  </a:lnTo>
                  <a:lnTo>
                    <a:pt x="9242" y="24756"/>
                  </a:lnTo>
                  <a:lnTo>
                    <a:pt x="9175" y="24288"/>
                  </a:lnTo>
                  <a:lnTo>
                    <a:pt x="9042" y="23855"/>
                  </a:lnTo>
                  <a:lnTo>
                    <a:pt x="8908" y="23421"/>
                  </a:lnTo>
                  <a:lnTo>
                    <a:pt x="8741" y="23021"/>
                  </a:lnTo>
                  <a:lnTo>
                    <a:pt x="8541" y="22620"/>
                  </a:lnTo>
                  <a:lnTo>
                    <a:pt x="8308" y="22220"/>
                  </a:lnTo>
                  <a:lnTo>
                    <a:pt x="8007" y="21886"/>
                  </a:lnTo>
                  <a:lnTo>
                    <a:pt x="7674" y="21553"/>
                  </a:lnTo>
                  <a:lnTo>
                    <a:pt x="7307" y="21252"/>
                  </a:lnTo>
                  <a:lnTo>
                    <a:pt x="6873" y="20952"/>
                  </a:lnTo>
                  <a:lnTo>
                    <a:pt x="6406" y="20719"/>
                  </a:lnTo>
                  <a:lnTo>
                    <a:pt x="5906" y="20518"/>
                  </a:lnTo>
                  <a:lnTo>
                    <a:pt x="5405" y="20352"/>
                  </a:lnTo>
                  <a:lnTo>
                    <a:pt x="4871" y="20151"/>
                  </a:lnTo>
                  <a:lnTo>
                    <a:pt x="4371" y="19951"/>
                  </a:lnTo>
                  <a:lnTo>
                    <a:pt x="3904" y="19718"/>
                  </a:lnTo>
                  <a:lnTo>
                    <a:pt x="3437" y="19451"/>
                  </a:lnTo>
                  <a:lnTo>
                    <a:pt x="3070" y="19184"/>
                  </a:lnTo>
                  <a:lnTo>
                    <a:pt x="2736" y="18884"/>
                  </a:lnTo>
                  <a:lnTo>
                    <a:pt x="2436" y="18550"/>
                  </a:lnTo>
                  <a:lnTo>
                    <a:pt x="2136" y="18183"/>
                  </a:lnTo>
                  <a:lnTo>
                    <a:pt x="1869" y="17816"/>
                  </a:lnTo>
                  <a:lnTo>
                    <a:pt x="1635" y="17416"/>
                  </a:lnTo>
                  <a:lnTo>
                    <a:pt x="1435" y="16982"/>
                  </a:lnTo>
                  <a:lnTo>
                    <a:pt x="1268" y="16582"/>
                  </a:lnTo>
                  <a:lnTo>
                    <a:pt x="1101" y="16115"/>
                  </a:lnTo>
                  <a:lnTo>
                    <a:pt x="935" y="15681"/>
                  </a:lnTo>
                  <a:lnTo>
                    <a:pt x="801" y="15214"/>
                  </a:lnTo>
                  <a:lnTo>
                    <a:pt x="701" y="14747"/>
                  </a:lnTo>
                  <a:lnTo>
                    <a:pt x="534" y="13779"/>
                  </a:lnTo>
                  <a:lnTo>
                    <a:pt x="434" y="12845"/>
                  </a:lnTo>
                  <a:lnTo>
                    <a:pt x="401" y="11744"/>
                  </a:lnTo>
                  <a:lnTo>
                    <a:pt x="367" y="11177"/>
                  </a:lnTo>
                  <a:lnTo>
                    <a:pt x="401" y="10610"/>
                  </a:lnTo>
                  <a:lnTo>
                    <a:pt x="434" y="10076"/>
                  </a:lnTo>
                  <a:lnTo>
                    <a:pt x="501" y="9509"/>
                  </a:lnTo>
                  <a:lnTo>
                    <a:pt x="568" y="8975"/>
                  </a:lnTo>
                  <a:lnTo>
                    <a:pt x="701" y="8408"/>
                  </a:lnTo>
                  <a:lnTo>
                    <a:pt x="868" y="7874"/>
                  </a:lnTo>
                  <a:lnTo>
                    <a:pt x="1035" y="7374"/>
                  </a:lnTo>
                  <a:lnTo>
                    <a:pt x="1268" y="6873"/>
                  </a:lnTo>
                  <a:lnTo>
                    <a:pt x="1535" y="6406"/>
                  </a:lnTo>
                  <a:lnTo>
                    <a:pt x="1835" y="5939"/>
                  </a:lnTo>
                  <a:lnTo>
                    <a:pt x="2169" y="5539"/>
                  </a:lnTo>
                  <a:lnTo>
                    <a:pt x="2536" y="5105"/>
                  </a:lnTo>
                  <a:lnTo>
                    <a:pt x="2970" y="4738"/>
                  </a:lnTo>
                  <a:lnTo>
                    <a:pt x="3370" y="4404"/>
                  </a:lnTo>
                  <a:lnTo>
                    <a:pt x="3770" y="4071"/>
                  </a:lnTo>
                  <a:lnTo>
                    <a:pt x="4238" y="3804"/>
                  </a:lnTo>
                  <a:lnTo>
                    <a:pt x="4671" y="3504"/>
                  </a:lnTo>
                  <a:lnTo>
                    <a:pt x="5605" y="3037"/>
                  </a:lnTo>
                  <a:lnTo>
                    <a:pt x="6573" y="2569"/>
                  </a:lnTo>
                  <a:lnTo>
                    <a:pt x="7707" y="2136"/>
                  </a:lnTo>
                  <a:lnTo>
                    <a:pt x="8875" y="1735"/>
                  </a:lnTo>
                  <a:lnTo>
                    <a:pt x="10043" y="1368"/>
                  </a:lnTo>
                  <a:lnTo>
                    <a:pt x="11244" y="1068"/>
                  </a:lnTo>
                  <a:lnTo>
                    <a:pt x="12445" y="835"/>
                  </a:lnTo>
                  <a:lnTo>
                    <a:pt x="13646" y="634"/>
                  </a:lnTo>
                  <a:lnTo>
                    <a:pt x="14847" y="501"/>
                  </a:lnTo>
                  <a:lnTo>
                    <a:pt x="16081" y="401"/>
                  </a:lnTo>
                  <a:lnTo>
                    <a:pt x="17216" y="368"/>
                  </a:lnTo>
                  <a:close/>
                  <a:moveTo>
                    <a:pt x="22720" y="28058"/>
                  </a:moveTo>
                  <a:lnTo>
                    <a:pt x="22687" y="28392"/>
                  </a:lnTo>
                  <a:lnTo>
                    <a:pt x="22620" y="28726"/>
                  </a:lnTo>
                  <a:lnTo>
                    <a:pt x="21386" y="28859"/>
                  </a:lnTo>
                  <a:lnTo>
                    <a:pt x="20151" y="28993"/>
                  </a:lnTo>
                  <a:lnTo>
                    <a:pt x="18917" y="29093"/>
                  </a:lnTo>
                  <a:lnTo>
                    <a:pt x="17683" y="29193"/>
                  </a:lnTo>
                  <a:lnTo>
                    <a:pt x="16448" y="29259"/>
                  </a:lnTo>
                  <a:lnTo>
                    <a:pt x="15180" y="29293"/>
                  </a:lnTo>
                  <a:lnTo>
                    <a:pt x="13946" y="29326"/>
                  </a:lnTo>
                  <a:lnTo>
                    <a:pt x="12712" y="29326"/>
                  </a:lnTo>
                  <a:lnTo>
                    <a:pt x="11277" y="29293"/>
                  </a:lnTo>
                  <a:lnTo>
                    <a:pt x="9842" y="29226"/>
                  </a:lnTo>
                  <a:lnTo>
                    <a:pt x="9776" y="29226"/>
                  </a:lnTo>
                  <a:lnTo>
                    <a:pt x="9709" y="29259"/>
                  </a:lnTo>
                  <a:lnTo>
                    <a:pt x="9676" y="29326"/>
                  </a:lnTo>
                  <a:lnTo>
                    <a:pt x="9676" y="29360"/>
                  </a:lnTo>
                  <a:lnTo>
                    <a:pt x="9542" y="29126"/>
                  </a:lnTo>
                  <a:lnTo>
                    <a:pt x="9409" y="28859"/>
                  </a:lnTo>
                  <a:lnTo>
                    <a:pt x="9342" y="28626"/>
                  </a:lnTo>
                  <a:lnTo>
                    <a:pt x="9275" y="28359"/>
                  </a:lnTo>
                  <a:lnTo>
                    <a:pt x="9909" y="28392"/>
                  </a:lnTo>
                  <a:lnTo>
                    <a:pt x="10576" y="28425"/>
                  </a:lnTo>
                  <a:lnTo>
                    <a:pt x="11844" y="28425"/>
                  </a:lnTo>
                  <a:lnTo>
                    <a:pt x="13145" y="28392"/>
                  </a:lnTo>
                  <a:lnTo>
                    <a:pt x="14413" y="28359"/>
                  </a:lnTo>
                  <a:lnTo>
                    <a:pt x="19784" y="28158"/>
                  </a:lnTo>
                  <a:lnTo>
                    <a:pt x="22720" y="28058"/>
                  </a:lnTo>
                  <a:close/>
                  <a:moveTo>
                    <a:pt x="22520" y="29093"/>
                  </a:moveTo>
                  <a:lnTo>
                    <a:pt x="22353" y="29460"/>
                  </a:lnTo>
                  <a:lnTo>
                    <a:pt x="22153" y="29827"/>
                  </a:lnTo>
                  <a:lnTo>
                    <a:pt x="21920" y="30127"/>
                  </a:lnTo>
                  <a:lnTo>
                    <a:pt x="21653" y="30427"/>
                  </a:lnTo>
                  <a:lnTo>
                    <a:pt x="21553" y="30461"/>
                  </a:lnTo>
                  <a:lnTo>
                    <a:pt x="21486" y="30461"/>
                  </a:lnTo>
                  <a:lnTo>
                    <a:pt x="21453" y="30527"/>
                  </a:lnTo>
                  <a:lnTo>
                    <a:pt x="21419" y="30561"/>
                  </a:lnTo>
                  <a:lnTo>
                    <a:pt x="21352" y="30594"/>
                  </a:lnTo>
                  <a:lnTo>
                    <a:pt x="20151" y="30594"/>
                  </a:lnTo>
                  <a:lnTo>
                    <a:pt x="18750" y="30561"/>
                  </a:lnTo>
                  <a:lnTo>
                    <a:pt x="16048" y="30527"/>
                  </a:lnTo>
                  <a:lnTo>
                    <a:pt x="10610" y="30494"/>
                  </a:lnTo>
                  <a:lnTo>
                    <a:pt x="10176" y="30060"/>
                  </a:lnTo>
                  <a:lnTo>
                    <a:pt x="9976" y="29827"/>
                  </a:lnTo>
                  <a:lnTo>
                    <a:pt x="9809" y="29593"/>
                  </a:lnTo>
                  <a:lnTo>
                    <a:pt x="9842" y="29593"/>
                  </a:lnTo>
                  <a:lnTo>
                    <a:pt x="11110" y="29660"/>
                  </a:lnTo>
                  <a:lnTo>
                    <a:pt x="12411" y="29693"/>
                  </a:lnTo>
                  <a:lnTo>
                    <a:pt x="13679" y="29693"/>
                  </a:lnTo>
                  <a:lnTo>
                    <a:pt x="14947" y="29660"/>
                  </a:lnTo>
                  <a:lnTo>
                    <a:pt x="16215" y="29626"/>
                  </a:lnTo>
                  <a:lnTo>
                    <a:pt x="17516" y="29560"/>
                  </a:lnTo>
                  <a:lnTo>
                    <a:pt x="18784" y="29493"/>
                  </a:lnTo>
                  <a:lnTo>
                    <a:pt x="20051" y="29393"/>
                  </a:lnTo>
                  <a:lnTo>
                    <a:pt x="21286" y="29259"/>
                  </a:lnTo>
                  <a:lnTo>
                    <a:pt x="22520" y="29093"/>
                  </a:lnTo>
                  <a:close/>
                  <a:moveTo>
                    <a:pt x="11043" y="30861"/>
                  </a:moveTo>
                  <a:lnTo>
                    <a:pt x="16415" y="30928"/>
                  </a:lnTo>
                  <a:lnTo>
                    <a:pt x="19317" y="30961"/>
                  </a:lnTo>
                  <a:lnTo>
                    <a:pt x="20919" y="30961"/>
                  </a:lnTo>
                  <a:lnTo>
                    <a:pt x="20418" y="31228"/>
                  </a:lnTo>
                  <a:lnTo>
                    <a:pt x="19918" y="31461"/>
                  </a:lnTo>
                  <a:lnTo>
                    <a:pt x="19417" y="31662"/>
                  </a:lnTo>
                  <a:lnTo>
                    <a:pt x="18884" y="31828"/>
                  </a:lnTo>
                  <a:lnTo>
                    <a:pt x="18817" y="31795"/>
                  </a:lnTo>
                  <a:lnTo>
                    <a:pt x="18717" y="31795"/>
                  </a:lnTo>
                  <a:lnTo>
                    <a:pt x="18650" y="31828"/>
                  </a:lnTo>
                  <a:lnTo>
                    <a:pt x="18617" y="31895"/>
                  </a:lnTo>
                  <a:lnTo>
                    <a:pt x="18083" y="32029"/>
                  </a:lnTo>
                  <a:lnTo>
                    <a:pt x="17216" y="32195"/>
                  </a:lnTo>
                  <a:lnTo>
                    <a:pt x="16348" y="32295"/>
                  </a:lnTo>
                  <a:lnTo>
                    <a:pt x="15914" y="32329"/>
                  </a:lnTo>
                  <a:lnTo>
                    <a:pt x="15481" y="32329"/>
                  </a:lnTo>
                  <a:lnTo>
                    <a:pt x="15080" y="32295"/>
                  </a:lnTo>
                  <a:lnTo>
                    <a:pt x="14647" y="32262"/>
                  </a:lnTo>
                  <a:lnTo>
                    <a:pt x="14213" y="32195"/>
                  </a:lnTo>
                  <a:lnTo>
                    <a:pt x="13779" y="32129"/>
                  </a:lnTo>
                  <a:lnTo>
                    <a:pt x="13379" y="31995"/>
                  </a:lnTo>
                  <a:lnTo>
                    <a:pt x="12945" y="31862"/>
                  </a:lnTo>
                  <a:lnTo>
                    <a:pt x="12545" y="31728"/>
                  </a:lnTo>
                  <a:lnTo>
                    <a:pt x="12144" y="31528"/>
                  </a:lnTo>
                  <a:lnTo>
                    <a:pt x="11777" y="31328"/>
                  </a:lnTo>
                  <a:lnTo>
                    <a:pt x="11410" y="31094"/>
                  </a:lnTo>
                  <a:lnTo>
                    <a:pt x="11043" y="30861"/>
                  </a:lnTo>
                  <a:close/>
                  <a:moveTo>
                    <a:pt x="17149" y="1"/>
                  </a:moveTo>
                  <a:lnTo>
                    <a:pt x="15914" y="34"/>
                  </a:lnTo>
                  <a:lnTo>
                    <a:pt x="14680" y="134"/>
                  </a:lnTo>
                  <a:lnTo>
                    <a:pt x="13479" y="267"/>
                  </a:lnTo>
                  <a:lnTo>
                    <a:pt x="12245" y="468"/>
                  </a:lnTo>
                  <a:lnTo>
                    <a:pt x="11043" y="735"/>
                  </a:lnTo>
                  <a:lnTo>
                    <a:pt x="9842" y="1035"/>
                  </a:lnTo>
                  <a:lnTo>
                    <a:pt x="8675" y="1402"/>
                  </a:lnTo>
                  <a:lnTo>
                    <a:pt x="7641" y="1735"/>
                  </a:lnTo>
                  <a:lnTo>
                    <a:pt x="6606" y="2136"/>
                  </a:lnTo>
                  <a:lnTo>
                    <a:pt x="5572" y="2603"/>
                  </a:lnTo>
                  <a:lnTo>
                    <a:pt x="5072" y="2836"/>
                  </a:lnTo>
                  <a:lnTo>
                    <a:pt x="4605" y="3103"/>
                  </a:lnTo>
                  <a:lnTo>
                    <a:pt x="4104" y="3404"/>
                  </a:lnTo>
                  <a:lnTo>
                    <a:pt x="3670" y="3704"/>
                  </a:lnTo>
                  <a:lnTo>
                    <a:pt x="3203" y="4037"/>
                  </a:lnTo>
                  <a:lnTo>
                    <a:pt x="2770" y="4371"/>
                  </a:lnTo>
                  <a:lnTo>
                    <a:pt x="2369" y="4738"/>
                  </a:lnTo>
                  <a:lnTo>
                    <a:pt x="2002" y="5138"/>
                  </a:lnTo>
                  <a:lnTo>
                    <a:pt x="1635" y="5572"/>
                  </a:lnTo>
                  <a:lnTo>
                    <a:pt x="1335" y="6006"/>
                  </a:lnTo>
                  <a:lnTo>
                    <a:pt x="1035" y="6506"/>
                  </a:lnTo>
                  <a:lnTo>
                    <a:pt x="801" y="7007"/>
                  </a:lnTo>
                  <a:lnTo>
                    <a:pt x="568" y="7507"/>
                  </a:lnTo>
                  <a:lnTo>
                    <a:pt x="401" y="8041"/>
                  </a:lnTo>
                  <a:lnTo>
                    <a:pt x="267" y="8608"/>
                  </a:lnTo>
                  <a:lnTo>
                    <a:pt x="167" y="9142"/>
                  </a:lnTo>
                  <a:lnTo>
                    <a:pt x="101" y="9709"/>
                  </a:lnTo>
                  <a:lnTo>
                    <a:pt x="34" y="10276"/>
                  </a:lnTo>
                  <a:lnTo>
                    <a:pt x="0" y="11310"/>
                  </a:lnTo>
                  <a:lnTo>
                    <a:pt x="34" y="12378"/>
                  </a:lnTo>
                  <a:lnTo>
                    <a:pt x="134" y="13412"/>
                  </a:lnTo>
                  <a:lnTo>
                    <a:pt x="267" y="14447"/>
                  </a:lnTo>
                  <a:lnTo>
                    <a:pt x="468" y="15381"/>
                  </a:lnTo>
                  <a:lnTo>
                    <a:pt x="601" y="15848"/>
                  </a:lnTo>
                  <a:lnTo>
                    <a:pt x="734" y="16281"/>
                  </a:lnTo>
                  <a:lnTo>
                    <a:pt x="901" y="16715"/>
                  </a:lnTo>
                  <a:lnTo>
                    <a:pt x="1101" y="17149"/>
                  </a:lnTo>
                  <a:lnTo>
                    <a:pt x="1335" y="17583"/>
                  </a:lnTo>
                  <a:lnTo>
                    <a:pt x="1569" y="17983"/>
                  </a:lnTo>
                  <a:lnTo>
                    <a:pt x="1835" y="18383"/>
                  </a:lnTo>
                  <a:lnTo>
                    <a:pt x="2136" y="18750"/>
                  </a:lnTo>
                  <a:lnTo>
                    <a:pt x="2436" y="19084"/>
                  </a:lnTo>
                  <a:lnTo>
                    <a:pt x="2803" y="19418"/>
                  </a:lnTo>
                  <a:lnTo>
                    <a:pt x="3170" y="19684"/>
                  </a:lnTo>
                  <a:lnTo>
                    <a:pt x="3537" y="19951"/>
                  </a:lnTo>
                  <a:lnTo>
                    <a:pt x="3971" y="20185"/>
                  </a:lnTo>
                  <a:lnTo>
                    <a:pt x="4404" y="20385"/>
                  </a:lnTo>
                  <a:lnTo>
                    <a:pt x="4938" y="20585"/>
                  </a:lnTo>
                  <a:lnTo>
                    <a:pt x="5472" y="20785"/>
                  </a:lnTo>
                  <a:lnTo>
                    <a:pt x="6006" y="20952"/>
                  </a:lnTo>
                  <a:lnTo>
                    <a:pt x="6506" y="21186"/>
                  </a:lnTo>
                  <a:lnTo>
                    <a:pt x="6940" y="21453"/>
                  </a:lnTo>
                  <a:lnTo>
                    <a:pt x="7340" y="21753"/>
                  </a:lnTo>
                  <a:lnTo>
                    <a:pt x="7707" y="22087"/>
                  </a:lnTo>
                  <a:lnTo>
                    <a:pt x="8007" y="22487"/>
                  </a:lnTo>
                  <a:lnTo>
                    <a:pt x="8274" y="22887"/>
                  </a:lnTo>
                  <a:lnTo>
                    <a:pt x="8475" y="23321"/>
                  </a:lnTo>
                  <a:lnTo>
                    <a:pt x="8641" y="23788"/>
                  </a:lnTo>
                  <a:lnTo>
                    <a:pt x="8775" y="24222"/>
                  </a:lnTo>
                  <a:lnTo>
                    <a:pt x="8842" y="24722"/>
                  </a:lnTo>
                  <a:lnTo>
                    <a:pt x="8942" y="25189"/>
                  </a:lnTo>
                  <a:lnTo>
                    <a:pt x="9008" y="26123"/>
                  </a:lnTo>
                  <a:lnTo>
                    <a:pt x="9008" y="27058"/>
                  </a:lnTo>
                  <a:lnTo>
                    <a:pt x="9008" y="27958"/>
                  </a:lnTo>
                  <a:lnTo>
                    <a:pt x="8908" y="28025"/>
                  </a:lnTo>
                  <a:lnTo>
                    <a:pt x="8875" y="28125"/>
                  </a:lnTo>
                  <a:lnTo>
                    <a:pt x="8942" y="28525"/>
                  </a:lnTo>
                  <a:lnTo>
                    <a:pt x="9042" y="28892"/>
                  </a:lnTo>
                  <a:lnTo>
                    <a:pt x="9175" y="29259"/>
                  </a:lnTo>
                  <a:lnTo>
                    <a:pt x="9375" y="29593"/>
                  </a:lnTo>
                  <a:lnTo>
                    <a:pt x="9576" y="29927"/>
                  </a:lnTo>
                  <a:lnTo>
                    <a:pt x="9842" y="30227"/>
                  </a:lnTo>
                  <a:lnTo>
                    <a:pt x="10109" y="30527"/>
                  </a:lnTo>
                  <a:lnTo>
                    <a:pt x="10376" y="30794"/>
                  </a:lnTo>
                  <a:lnTo>
                    <a:pt x="10410" y="30827"/>
                  </a:lnTo>
                  <a:lnTo>
                    <a:pt x="10710" y="31061"/>
                  </a:lnTo>
                  <a:lnTo>
                    <a:pt x="11310" y="31495"/>
                  </a:lnTo>
                  <a:lnTo>
                    <a:pt x="11978" y="31862"/>
                  </a:lnTo>
                  <a:lnTo>
                    <a:pt x="12645" y="32162"/>
                  </a:lnTo>
                  <a:lnTo>
                    <a:pt x="13379" y="32396"/>
                  </a:lnTo>
                  <a:lnTo>
                    <a:pt x="13345" y="32629"/>
                  </a:lnTo>
                  <a:lnTo>
                    <a:pt x="13379" y="32863"/>
                  </a:lnTo>
                  <a:lnTo>
                    <a:pt x="13446" y="33063"/>
                  </a:lnTo>
                  <a:lnTo>
                    <a:pt x="13512" y="33263"/>
                  </a:lnTo>
                  <a:lnTo>
                    <a:pt x="13612" y="33463"/>
                  </a:lnTo>
                  <a:lnTo>
                    <a:pt x="13746" y="33663"/>
                  </a:lnTo>
                  <a:lnTo>
                    <a:pt x="13913" y="33830"/>
                  </a:lnTo>
                  <a:lnTo>
                    <a:pt x="14079" y="33997"/>
                  </a:lnTo>
                  <a:lnTo>
                    <a:pt x="14313" y="34130"/>
                  </a:lnTo>
                  <a:lnTo>
                    <a:pt x="14547" y="34264"/>
                  </a:lnTo>
                  <a:lnTo>
                    <a:pt x="14813" y="34364"/>
                  </a:lnTo>
                  <a:lnTo>
                    <a:pt x="15080" y="34431"/>
                  </a:lnTo>
                  <a:lnTo>
                    <a:pt x="15347" y="34497"/>
                  </a:lnTo>
                  <a:lnTo>
                    <a:pt x="15648" y="34531"/>
                  </a:lnTo>
                  <a:lnTo>
                    <a:pt x="16181" y="34531"/>
                  </a:lnTo>
                  <a:lnTo>
                    <a:pt x="16748" y="34497"/>
                  </a:lnTo>
                  <a:lnTo>
                    <a:pt x="17015" y="34431"/>
                  </a:lnTo>
                  <a:lnTo>
                    <a:pt x="17282" y="34364"/>
                  </a:lnTo>
                  <a:lnTo>
                    <a:pt x="17549" y="34264"/>
                  </a:lnTo>
                  <a:lnTo>
                    <a:pt x="17783" y="34130"/>
                  </a:lnTo>
                  <a:lnTo>
                    <a:pt x="18016" y="33964"/>
                  </a:lnTo>
                  <a:lnTo>
                    <a:pt x="18216" y="33797"/>
                  </a:lnTo>
                  <a:lnTo>
                    <a:pt x="18383" y="33630"/>
                  </a:lnTo>
                  <a:lnTo>
                    <a:pt x="18550" y="33463"/>
                  </a:lnTo>
                  <a:lnTo>
                    <a:pt x="18683" y="33263"/>
                  </a:lnTo>
                  <a:lnTo>
                    <a:pt x="18784" y="33063"/>
                  </a:lnTo>
                  <a:lnTo>
                    <a:pt x="18850" y="32863"/>
                  </a:lnTo>
                  <a:lnTo>
                    <a:pt x="18917" y="32629"/>
                  </a:lnTo>
                  <a:lnTo>
                    <a:pt x="18984" y="32396"/>
                  </a:lnTo>
                  <a:lnTo>
                    <a:pt x="18984" y="32162"/>
                  </a:lnTo>
                  <a:lnTo>
                    <a:pt x="19684" y="31928"/>
                  </a:lnTo>
                  <a:lnTo>
                    <a:pt x="20118" y="31762"/>
                  </a:lnTo>
                  <a:lnTo>
                    <a:pt x="20585" y="31561"/>
                  </a:lnTo>
                  <a:lnTo>
                    <a:pt x="21019" y="31328"/>
                  </a:lnTo>
                  <a:lnTo>
                    <a:pt x="21419" y="31094"/>
                  </a:lnTo>
                  <a:lnTo>
                    <a:pt x="21686" y="30894"/>
                  </a:lnTo>
                  <a:lnTo>
                    <a:pt x="21920" y="30661"/>
                  </a:lnTo>
                  <a:lnTo>
                    <a:pt x="22153" y="30427"/>
                  </a:lnTo>
                  <a:lnTo>
                    <a:pt x="22353" y="30194"/>
                  </a:lnTo>
                  <a:lnTo>
                    <a:pt x="22554" y="29927"/>
                  </a:lnTo>
                  <a:lnTo>
                    <a:pt x="22687" y="29626"/>
                  </a:lnTo>
                  <a:lnTo>
                    <a:pt x="22820" y="29360"/>
                  </a:lnTo>
                  <a:lnTo>
                    <a:pt x="22954" y="29026"/>
                  </a:lnTo>
                  <a:lnTo>
                    <a:pt x="23021" y="28993"/>
                  </a:lnTo>
                  <a:lnTo>
                    <a:pt x="23054" y="28926"/>
                  </a:lnTo>
                  <a:lnTo>
                    <a:pt x="23054" y="28859"/>
                  </a:lnTo>
                  <a:lnTo>
                    <a:pt x="23021" y="28792"/>
                  </a:lnTo>
                  <a:lnTo>
                    <a:pt x="23087" y="28259"/>
                  </a:lnTo>
                  <a:lnTo>
                    <a:pt x="23087" y="27758"/>
                  </a:lnTo>
                  <a:lnTo>
                    <a:pt x="23054" y="27691"/>
                  </a:lnTo>
                  <a:lnTo>
                    <a:pt x="23021" y="27625"/>
                  </a:lnTo>
                  <a:lnTo>
                    <a:pt x="22887" y="27191"/>
                  </a:lnTo>
                  <a:lnTo>
                    <a:pt x="22820" y="26724"/>
                  </a:lnTo>
                  <a:lnTo>
                    <a:pt x="22754" y="26257"/>
                  </a:lnTo>
                  <a:lnTo>
                    <a:pt x="22720" y="25823"/>
                  </a:lnTo>
                  <a:lnTo>
                    <a:pt x="22754" y="25356"/>
                  </a:lnTo>
                  <a:lnTo>
                    <a:pt x="22787" y="24889"/>
                  </a:lnTo>
                  <a:lnTo>
                    <a:pt x="22854" y="24455"/>
                  </a:lnTo>
                  <a:lnTo>
                    <a:pt x="22954" y="23988"/>
                  </a:lnTo>
                  <a:lnTo>
                    <a:pt x="23087" y="23554"/>
                  </a:lnTo>
                  <a:lnTo>
                    <a:pt x="23254" y="23121"/>
                  </a:lnTo>
                  <a:lnTo>
                    <a:pt x="23454" y="22687"/>
                  </a:lnTo>
                  <a:lnTo>
                    <a:pt x="23688" y="22287"/>
                  </a:lnTo>
                  <a:lnTo>
                    <a:pt x="23955" y="21920"/>
                  </a:lnTo>
                  <a:lnTo>
                    <a:pt x="24222" y="21553"/>
                  </a:lnTo>
                  <a:lnTo>
                    <a:pt x="24522" y="21186"/>
                  </a:lnTo>
                  <a:lnTo>
                    <a:pt x="24856" y="20885"/>
                  </a:lnTo>
                  <a:lnTo>
                    <a:pt x="25256" y="20552"/>
                  </a:lnTo>
                  <a:lnTo>
                    <a:pt x="25690" y="20252"/>
                  </a:lnTo>
                  <a:lnTo>
                    <a:pt x="26157" y="20018"/>
                  </a:lnTo>
                  <a:lnTo>
                    <a:pt x="26590" y="19785"/>
                  </a:lnTo>
                  <a:lnTo>
                    <a:pt x="27558" y="19418"/>
                  </a:lnTo>
                  <a:lnTo>
                    <a:pt x="28525" y="19051"/>
                  </a:lnTo>
                  <a:lnTo>
                    <a:pt x="28993" y="18884"/>
                  </a:lnTo>
                  <a:lnTo>
                    <a:pt x="29460" y="18684"/>
                  </a:lnTo>
                  <a:lnTo>
                    <a:pt x="29927" y="18450"/>
                  </a:lnTo>
                  <a:lnTo>
                    <a:pt x="30360" y="18183"/>
                  </a:lnTo>
                  <a:lnTo>
                    <a:pt x="30761" y="17883"/>
                  </a:lnTo>
                  <a:lnTo>
                    <a:pt x="31128" y="17549"/>
                  </a:lnTo>
                  <a:lnTo>
                    <a:pt x="31461" y="17182"/>
                  </a:lnTo>
                  <a:lnTo>
                    <a:pt x="31762" y="16749"/>
                  </a:lnTo>
                  <a:lnTo>
                    <a:pt x="31995" y="16348"/>
                  </a:lnTo>
                  <a:lnTo>
                    <a:pt x="32195" y="15881"/>
                  </a:lnTo>
                  <a:lnTo>
                    <a:pt x="32362" y="15414"/>
                  </a:lnTo>
                  <a:lnTo>
                    <a:pt x="32496" y="14947"/>
                  </a:lnTo>
                  <a:lnTo>
                    <a:pt x="32562" y="14480"/>
                  </a:lnTo>
                  <a:lnTo>
                    <a:pt x="32629" y="13979"/>
                  </a:lnTo>
                  <a:lnTo>
                    <a:pt x="32662" y="13512"/>
                  </a:lnTo>
                  <a:lnTo>
                    <a:pt x="32696" y="13012"/>
                  </a:lnTo>
                  <a:lnTo>
                    <a:pt x="32662" y="12478"/>
                  </a:lnTo>
                  <a:lnTo>
                    <a:pt x="32629" y="11944"/>
                  </a:lnTo>
                  <a:lnTo>
                    <a:pt x="32529" y="10877"/>
                  </a:lnTo>
                  <a:lnTo>
                    <a:pt x="32329" y="9809"/>
                  </a:lnTo>
                  <a:lnTo>
                    <a:pt x="32062" y="8775"/>
                  </a:lnTo>
                  <a:lnTo>
                    <a:pt x="31895" y="8241"/>
                  </a:lnTo>
                  <a:lnTo>
                    <a:pt x="31728" y="7707"/>
                  </a:lnTo>
                  <a:lnTo>
                    <a:pt x="31528" y="7173"/>
                  </a:lnTo>
                  <a:lnTo>
                    <a:pt x="31295" y="6673"/>
                  </a:lnTo>
                  <a:lnTo>
                    <a:pt x="31028" y="6173"/>
                  </a:lnTo>
                  <a:lnTo>
                    <a:pt x="30761" y="5672"/>
                  </a:lnTo>
                  <a:lnTo>
                    <a:pt x="30460" y="5205"/>
                  </a:lnTo>
                  <a:lnTo>
                    <a:pt x="30160" y="4738"/>
                  </a:lnTo>
                  <a:lnTo>
                    <a:pt x="29827" y="4304"/>
                  </a:lnTo>
                  <a:lnTo>
                    <a:pt x="29460" y="3904"/>
                  </a:lnTo>
                  <a:lnTo>
                    <a:pt x="29093" y="3537"/>
                  </a:lnTo>
                  <a:lnTo>
                    <a:pt x="28692" y="3203"/>
                  </a:lnTo>
                  <a:lnTo>
                    <a:pt x="28292" y="2870"/>
                  </a:lnTo>
                  <a:lnTo>
                    <a:pt x="27858" y="2569"/>
                  </a:lnTo>
                  <a:lnTo>
                    <a:pt x="27391" y="2269"/>
                  </a:lnTo>
                  <a:lnTo>
                    <a:pt x="26957" y="2002"/>
                  </a:lnTo>
                  <a:lnTo>
                    <a:pt x="26457" y="1735"/>
                  </a:lnTo>
                  <a:lnTo>
                    <a:pt x="25957" y="1502"/>
                  </a:lnTo>
                  <a:lnTo>
                    <a:pt x="25456" y="1302"/>
                  </a:lnTo>
                  <a:lnTo>
                    <a:pt x="24922" y="1102"/>
                  </a:lnTo>
                  <a:lnTo>
                    <a:pt x="23855" y="768"/>
                  </a:lnTo>
                  <a:lnTo>
                    <a:pt x="22787" y="501"/>
                  </a:lnTo>
                  <a:lnTo>
                    <a:pt x="21686" y="301"/>
                  </a:lnTo>
                  <a:lnTo>
                    <a:pt x="20585" y="167"/>
                  </a:lnTo>
                  <a:lnTo>
                    <a:pt x="19484" y="67"/>
                  </a:lnTo>
                  <a:lnTo>
                    <a:pt x="1838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9"/>
            <p:cNvSpPr/>
            <p:nvPr/>
          </p:nvSpPr>
          <p:spPr>
            <a:xfrm>
              <a:off x="1233975" y="3462575"/>
              <a:ext cx="142650" cy="437925"/>
            </a:xfrm>
            <a:custGeom>
              <a:rect b="b" l="l" r="r" t="t"/>
              <a:pathLst>
                <a:path extrusionOk="0" h="17517" w="5706">
                  <a:moveTo>
                    <a:pt x="668" y="1"/>
                  </a:moveTo>
                  <a:lnTo>
                    <a:pt x="501" y="34"/>
                  </a:lnTo>
                  <a:lnTo>
                    <a:pt x="334" y="101"/>
                  </a:lnTo>
                  <a:lnTo>
                    <a:pt x="234" y="201"/>
                  </a:lnTo>
                  <a:lnTo>
                    <a:pt x="168" y="268"/>
                  </a:lnTo>
                  <a:lnTo>
                    <a:pt x="101" y="401"/>
                  </a:lnTo>
                  <a:lnTo>
                    <a:pt x="34" y="501"/>
                  </a:lnTo>
                  <a:lnTo>
                    <a:pt x="1" y="768"/>
                  </a:lnTo>
                  <a:lnTo>
                    <a:pt x="1" y="1069"/>
                  </a:lnTo>
                  <a:lnTo>
                    <a:pt x="34" y="1702"/>
                  </a:lnTo>
                  <a:lnTo>
                    <a:pt x="101" y="2336"/>
                  </a:lnTo>
                  <a:lnTo>
                    <a:pt x="201" y="2970"/>
                  </a:lnTo>
                  <a:lnTo>
                    <a:pt x="301" y="3604"/>
                  </a:lnTo>
                  <a:lnTo>
                    <a:pt x="601" y="4839"/>
                  </a:lnTo>
                  <a:lnTo>
                    <a:pt x="935" y="6106"/>
                  </a:lnTo>
                  <a:lnTo>
                    <a:pt x="1435" y="7841"/>
                  </a:lnTo>
                  <a:lnTo>
                    <a:pt x="1969" y="9576"/>
                  </a:lnTo>
                  <a:lnTo>
                    <a:pt x="2536" y="11311"/>
                  </a:lnTo>
                  <a:lnTo>
                    <a:pt x="3070" y="13012"/>
                  </a:lnTo>
                  <a:lnTo>
                    <a:pt x="3671" y="14747"/>
                  </a:lnTo>
                  <a:lnTo>
                    <a:pt x="4271" y="16449"/>
                  </a:lnTo>
                  <a:lnTo>
                    <a:pt x="4505" y="16983"/>
                  </a:lnTo>
                  <a:lnTo>
                    <a:pt x="4605" y="17183"/>
                  </a:lnTo>
                  <a:lnTo>
                    <a:pt x="4738" y="17316"/>
                  </a:lnTo>
                  <a:lnTo>
                    <a:pt x="4905" y="17450"/>
                  </a:lnTo>
                  <a:lnTo>
                    <a:pt x="5105" y="17483"/>
                  </a:lnTo>
                  <a:lnTo>
                    <a:pt x="5372" y="17516"/>
                  </a:lnTo>
                  <a:lnTo>
                    <a:pt x="5706" y="17450"/>
                  </a:lnTo>
                  <a:lnTo>
                    <a:pt x="5639" y="16682"/>
                  </a:lnTo>
                  <a:lnTo>
                    <a:pt x="5506" y="15882"/>
                  </a:lnTo>
                  <a:lnTo>
                    <a:pt x="5205" y="14314"/>
                  </a:lnTo>
                  <a:lnTo>
                    <a:pt x="4939" y="13179"/>
                  </a:lnTo>
                  <a:lnTo>
                    <a:pt x="4672" y="12011"/>
                  </a:lnTo>
                  <a:lnTo>
                    <a:pt x="4071" y="9709"/>
                  </a:lnTo>
                  <a:lnTo>
                    <a:pt x="2970" y="5239"/>
                  </a:lnTo>
                  <a:lnTo>
                    <a:pt x="2770" y="4338"/>
                  </a:lnTo>
                  <a:lnTo>
                    <a:pt x="2536" y="3471"/>
                  </a:lnTo>
                  <a:lnTo>
                    <a:pt x="2270" y="2570"/>
                  </a:lnTo>
                  <a:lnTo>
                    <a:pt x="1969" y="1736"/>
                  </a:lnTo>
                  <a:lnTo>
                    <a:pt x="1769" y="1169"/>
                  </a:lnTo>
                  <a:lnTo>
                    <a:pt x="1602" y="835"/>
                  </a:lnTo>
                  <a:lnTo>
                    <a:pt x="1402" y="535"/>
                  </a:lnTo>
                  <a:lnTo>
                    <a:pt x="1202" y="268"/>
                  </a:lnTo>
                  <a:lnTo>
                    <a:pt x="1068" y="168"/>
                  </a:lnTo>
                  <a:lnTo>
                    <a:pt x="935" y="68"/>
                  </a:lnTo>
                  <a:lnTo>
                    <a:pt x="802" y="34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9"/>
            <p:cNvSpPr/>
            <p:nvPr/>
          </p:nvSpPr>
          <p:spPr>
            <a:xfrm>
              <a:off x="1354100" y="3393350"/>
              <a:ext cx="81750" cy="502975"/>
            </a:xfrm>
            <a:custGeom>
              <a:rect b="b" l="l" r="r" t="t"/>
              <a:pathLst>
                <a:path extrusionOk="0" h="20119" w="3270">
                  <a:moveTo>
                    <a:pt x="1001" y="1"/>
                  </a:moveTo>
                  <a:lnTo>
                    <a:pt x="834" y="34"/>
                  </a:lnTo>
                  <a:lnTo>
                    <a:pt x="701" y="134"/>
                  </a:lnTo>
                  <a:lnTo>
                    <a:pt x="601" y="268"/>
                  </a:lnTo>
                  <a:lnTo>
                    <a:pt x="500" y="468"/>
                  </a:lnTo>
                  <a:lnTo>
                    <a:pt x="434" y="635"/>
                  </a:lnTo>
                  <a:lnTo>
                    <a:pt x="334" y="968"/>
                  </a:lnTo>
                  <a:lnTo>
                    <a:pt x="234" y="1402"/>
                  </a:lnTo>
                  <a:lnTo>
                    <a:pt x="134" y="1836"/>
                  </a:lnTo>
                  <a:lnTo>
                    <a:pt x="100" y="2303"/>
                  </a:lnTo>
                  <a:lnTo>
                    <a:pt x="33" y="2770"/>
                  </a:lnTo>
                  <a:lnTo>
                    <a:pt x="0" y="3738"/>
                  </a:lnTo>
                  <a:lnTo>
                    <a:pt x="33" y="4738"/>
                  </a:lnTo>
                  <a:lnTo>
                    <a:pt x="67" y="5706"/>
                  </a:lnTo>
                  <a:lnTo>
                    <a:pt x="134" y="6707"/>
                  </a:lnTo>
                  <a:lnTo>
                    <a:pt x="334" y="8742"/>
                  </a:lnTo>
                  <a:lnTo>
                    <a:pt x="567" y="10777"/>
                  </a:lnTo>
                  <a:lnTo>
                    <a:pt x="867" y="13079"/>
                  </a:lnTo>
                  <a:lnTo>
                    <a:pt x="1168" y="15348"/>
                  </a:lnTo>
                  <a:lnTo>
                    <a:pt x="1835" y="19952"/>
                  </a:lnTo>
                  <a:lnTo>
                    <a:pt x="1868" y="20018"/>
                  </a:lnTo>
                  <a:lnTo>
                    <a:pt x="1902" y="20052"/>
                  </a:lnTo>
                  <a:lnTo>
                    <a:pt x="1968" y="20085"/>
                  </a:lnTo>
                  <a:lnTo>
                    <a:pt x="2035" y="20052"/>
                  </a:lnTo>
                  <a:lnTo>
                    <a:pt x="2102" y="20052"/>
                  </a:lnTo>
                  <a:lnTo>
                    <a:pt x="2169" y="19985"/>
                  </a:lnTo>
                  <a:lnTo>
                    <a:pt x="2202" y="19918"/>
                  </a:lnTo>
                  <a:lnTo>
                    <a:pt x="2202" y="19852"/>
                  </a:lnTo>
                  <a:lnTo>
                    <a:pt x="1101" y="12111"/>
                  </a:lnTo>
                  <a:lnTo>
                    <a:pt x="867" y="10176"/>
                  </a:lnTo>
                  <a:lnTo>
                    <a:pt x="667" y="8241"/>
                  </a:lnTo>
                  <a:lnTo>
                    <a:pt x="500" y="6306"/>
                  </a:lnTo>
                  <a:lnTo>
                    <a:pt x="434" y="5339"/>
                  </a:lnTo>
                  <a:lnTo>
                    <a:pt x="400" y="4371"/>
                  </a:lnTo>
                  <a:lnTo>
                    <a:pt x="400" y="3471"/>
                  </a:lnTo>
                  <a:lnTo>
                    <a:pt x="434" y="2570"/>
                  </a:lnTo>
                  <a:lnTo>
                    <a:pt x="500" y="2136"/>
                  </a:lnTo>
                  <a:lnTo>
                    <a:pt x="567" y="1669"/>
                  </a:lnTo>
                  <a:lnTo>
                    <a:pt x="667" y="1235"/>
                  </a:lnTo>
                  <a:lnTo>
                    <a:pt x="801" y="802"/>
                  </a:lnTo>
                  <a:lnTo>
                    <a:pt x="834" y="601"/>
                  </a:lnTo>
                  <a:lnTo>
                    <a:pt x="901" y="535"/>
                  </a:lnTo>
                  <a:lnTo>
                    <a:pt x="934" y="435"/>
                  </a:lnTo>
                  <a:lnTo>
                    <a:pt x="1034" y="368"/>
                  </a:lnTo>
                  <a:lnTo>
                    <a:pt x="1068" y="401"/>
                  </a:lnTo>
                  <a:lnTo>
                    <a:pt x="1134" y="468"/>
                  </a:lnTo>
                  <a:lnTo>
                    <a:pt x="1168" y="535"/>
                  </a:lnTo>
                  <a:lnTo>
                    <a:pt x="1234" y="735"/>
                  </a:lnTo>
                  <a:lnTo>
                    <a:pt x="1268" y="968"/>
                  </a:lnTo>
                  <a:lnTo>
                    <a:pt x="1268" y="1435"/>
                  </a:lnTo>
                  <a:lnTo>
                    <a:pt x="1468" y="3404"/>
                  </a:lnTo>
                  <a:lnTo>
                    <a:pt x="2135" y="11144"/>
                  </a:lnTo>
                  <a:lnTo>
                    <a:pt x="2869" y="19918"/>
                  </a:lnTo>
                  <a:lnTo>
                    <a:pt x="2903" y="20018"/>
                  </a:lnTo>
                  <a:lnTo>
                    <a:pt x="2969" y="20052"/>
                  </a:lnTo>
                  <a:lnTo>
                    <a:pt x="3036" y="20085"/>
                  </a:lnTo>
                  <a:lnTo>
                    <a:pt x="3103" y="20118"/>
                  </a:lnTo>
                  <a:lnTo>
                    <a:pt x="3169" y="20085"/>
                  </a:lnTo>
                  <a:lnTo>
                    <a:pt x="3203" y="20052"/>
                  </a:lnTo>
                  <a:lnTo>
                    <a:pt x="3236" y="20018"/>
                  </a:lnTo>
                  <a:lnTo>
                    <a:pt x="3270" y="19918"/>
                  </a:lnTo>
                  <a:lnTo>
                    <a:pt x="1835" y="3404"/>
                  </a:lnTo>
                  <a:lnTo>
                    <a:pt x="1635" y="1302"/>
                  </a:lnTo>
                  <a:lnTo>
                    <a:pt x="1635" y="968"/>
                  </a:lnTo>
                  <a:lnTo>
                    <a:pt x="1568" y="568"/>
                  </a:lnTo>
                  <a:lnTo>
                    <a:pt x="1535" y="401"/>
                  </a:lnTo>
                  <a:lnTo>
                    <a:pt x="1435" y="234"/>
                  </a:lnTo>
                  <a:lnTo>
                    <a:pt x="1335" y="101"/>
                  </a:lnTo>
                  <a:lnTo>
                    <a:pt x="1168" y="3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9"/>
            <p:cNvSpPr/>
            <p:nvPr/>
          </p:nvSpPr>
          <p:spPr>
            <a:xfrm>
              <a:off x="1445000" y="3365825"/>
              <a:ext cx="49225" cy="533000"/>
            </a:xfrm>
            <a:custGeom>
              <a:rect b="b" l="l" r="r" t="t"/>
              <a:pathLst>
                <a:path extrusionOk="0" h="21320" w="1969">
                  <a:moveTo>
                    <a:pt x="1168" y="1"/>
                  </a:moveTo>
                  <a:lnTo>
                    <a:pt x="1102" y="34"/>
                  </a:lnTo>
                  <a:lnTo>
                    <a:pt x="1035" y="68"/>
                  </a:lnTo>
                  <a:lnTo>
                    <a:pt x="868" y="201"/>
                  </a:lnTo>
                  <a:lnTo>
                    <a:pt x="735" y="368"/>
                  </a:lnTo>
                  <a:lnTo>
                    <a:pt x="534" y="702"/>
                  </a:lnTo>
                  <a:lnTo>
                    <a:pt x="401" y="1069"/>
                  </a:lnTo>
                  <a:lnTo>
                    <a:pt x="301" y="1436"/>
                  </a:lnTo>
                  <a:lnTo>
                    <a:pt x="234" y="1903"/>
                  </a:lnTo>
                  <a:lnTo>
                    <a:pt x="201" y="2403"/>
                  </a:lnTo>
                  <a:lnTo>
                    <a:pt x="101" y="3337"/>
                  </a:lnTo>
                  <a:lnTo>
                    <a:pt x="34" y="4438"/>
                  </a:lnTo>
                  <a:lnTo>
                    <a:pt x="1" y="5506"/>
                  </a:lnTo>
                  <a:lnTo>
                    <a:pt x="1" y="6573"/>
                  </a:lnTo>
                  <a:lnTo>
                    <a:pt x="1" y="7641"/>
                  </a:lnTo>
                  <a:lnTo>
                    <a:pt x="101" y="9810"/>
                  </a:lnTo>
                  <a:lnTo>
                    <a:pt x="234" y="11945"/>
                  </a:lnTo>
                  <a:lnTo>
                    <a:pt x="534" y="16215"/>
                  </a:lnTo>
                  <a:lnTo>
                    <a:pt x="668" y="18651"/>
                  </a:lnTo>
                  <a:lnTo>
                    <a:pt x="735" y="19852"/>
                  </a:lnTo>
                  <a:lnTo>
                    <a:pt x="735" y="21086"/>
                  </a:lnTo>
                  <a:lnTo>
                    <a:pt x="768" y="21186"/>
                  </a:lnTo>
                  <a:lnTo>
                    <a:pt x="835" y="21253"/>
                  </a:lnTo>
                  <a:lnTo>
                    <a:pt x="935" y="21253"/>
                  </a:lnTo>
                  <a:lnTo>
                    <a:pt x="1001" y="21286"/>
                  </a:lnTo>
                  <a:lnTo>
                    <a:pt x="1102" y="21320"/>
                  </a:lnTo>
                  <a:lnTo>
                    <a:pt x="1836" y="21219"/>
                  </a:lnTo>
                  <a:lnTo>
                    <a:pt x="1969" y="20486"/>
                  </a:lnTo>
                  <a:lnTo>
                    <a:pt x="1969" y="16415"/>
                  </a:lnTo>
                  <a:lnTo>
                    <a:pt x="1969" y="12378"/>
                  </a:lnTo>
                  <a:lnTo>
                    <a:pt x="1936" y="8308"/>
                  </a:lnTo>
                  <a:lnTo>
                    <a:pt x="1869" y="4238"/>
                  </a:lnTo>
                  <a:lnTo>
                    <a:pt x="1836" y="3137"/>
                  </a:lnTo>
                  <a:lnTo>
                    <a:pt x="1802" y="2036"/>
                  </a:lnTo>
                  <a:lnTo>
                    <a:pt x="1735" y="1536"/>
                  </a:lnTo>
                  <a:lnTo>
                    <a:pt x="1669" y="1035"/>
                  </a:lnTo>
                  <a:lnTo>
                    <a:pt x="1535" y="568"/>
                  </a:lnTo>
                  <a:lnTo>
                    <a:pt x="1302" y="101"/>
                  </a:lnTo>
                  <a:lnTo>
                    <a:pt x="1268" y="34"/>
                  </a:lnTo>
                  <a:lnTo>
                    <a:pt x="11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9"/>
            <p:cNvSpPr/>
            <p:nvPr/>
          </p:nvSpPr>
          <p:spPr>
            <a:xfrm>
              <a:off x="858650" y="3441725"/>
              <a:ext cx="80100" cy="11700"/>
            </a:xfrm>
            <a:custGeom>
              <a:rect b="b" l="l" r="r" t="t"/>
              <a:pathLst>
                <a:path extrusionOk="0" h="468" w="3204">
                  <a:moveTo>
                    <a:pt x="3003" y="1"/>
                  </a:moveTo>
                  <a:lnTo>
                    <a:pt x="2303" y="68"/>
                  </a:lnTo>
                  <a:lnTo>
                    <a:pt x="1602" y="101"/>
                  </a:lnTo>
                  <a:lnTo>
                    <a:pt x="902" y="101"/>
                  </a:lnTo>
                  <a:lnTo>
                    <a:pt x="168" y="68"/>
                  </a:lnTo>
                  <a:lnTo>
                    <a:pt x="101" y="68"/>
                  </a:lnTo>
                  <a:lnTo>
                    <a:pt x="34" y="134"/>
                  </a:lnTo>
                  <a:lnTo>
                    <a:pt x="1" y="168"/>
                  </a:lnTo>
                  <a:lnTo>
                    <a:pt x="1" y="234"/>
                  </a:lnTo>
                  <a:lnTo>
                    <a:pt x="1" y="301"/>
                  </a:lnTo>
                  <a:lnTo>
                    <a:pt x="34" y="368"/>
                  </a:lnTo>
                  <a:lnTo>
                    <a:pt x="101" y="435"/>
                  </a:lnTo>
                  <a:lnTo>
                    <a:pt x="168" y="435"/>
                  </a:lnTo>
                  <a:lnTo>
                    <a:pt x="902" y="468"/>
                  </a:lnTo>
                  <a:lnTo>
                    <a:pt x="1602" y="468"/>
                  </a:lnTo>
                  <a:lnTo>
                    <a:pt x="2303" y="435"/>
                  </a:lnTo>
                  <a:lnTo>
                    <a:pt x="3003" y="401"/>
                  </a:lnTo>
                  <a:lnTo>
                    <a:pt x="3103" y="368"/>
                  </a:lnTo>
                  <a:lnTo>
                    <a:pt x="3137" y="335"/>
                  </a:lnTo>
                  <a:lnTo>
                    <a:pt x="3170" y="268"/>
                  </a:lnTo>
                  <a:lnTo>
                    <a:pt x="3204" y="201"/>
                  </a:lnTo>
                  <a:lnTo>
                    <a:pt x="3170" y="134"/>
                  </a:lnTo>
                  <a:lnTo>
                    <a:pt x="3137" y="68"/>
                  </a:lnTo>
                  <a:lnTo>
                    <a:pt x="3103" y="34"/>
                  </a:lnTo>
                  <a:lnTo>
                    <a:pt x="300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9"/>
            <p:cNvSpPr/>
            <p:nvPr/>
          </p:nvSpPr>
          <p:spPr>
            <a:xfrm>
              <a:off x="922050" y="3304950"/>
              <a:ext cx="38375" cy="14200"/>
            </a:xfrm>
            <a:custGeom>
              <a:rect b="b" l="l" r="r" t="t"/>
              <a:pathLst>
                <a:path extrusionOk="0" h="568" w="1535">
                  <a:moveTo>
                    <a:pt x="167" y="0"/>
                  </a:moveTo>
                  <a:lnTo>
                    <a:pt x="100" y="34"/>
                  </a:lnTo>
                  <a:lnTo>
                    <a:pt x="34" y="67"/>
                  </a:lnTo>
                  <a:lnTo>
                    <a:pt x="0" y="134"/>
                  </a:lnTo>
                  <a:lnTo>
                    <a:pt x="0" y="201"/>
                  </a:lnTo>
                  <a:lnTo>
                    <a:pt x="34" y="267"/>
                  </a:lnTo>
                  <a:lnTo>
                    <a:pt x="67" y="334"/>
                  </a:lnTo>
                  <a:lnTo>
                    <a:pt x="134" y="367"/>
                  </a:lnTo>
                  <a:lnTo>
                    <a:pt x="1301" y="568"/>
                  </a:lnTo>
                  <a:lnTo>
                    <a:pt x="1368" y="568"/>
                  </a:lnTo>
                  <a:lnTo>
                    <a:pt x="1435" y="534"/>
                  </a:lnTo>
                  <a:lnTo>
                    <a:pt x="1502" y="501"/>
                  </a:lnTo>
                  <a:lnTo>
                    <a:pt x="1535" y="434"/>
                  </a:lnTo>
                  <a:lnTo>
                    <a:pt x="1535" y="367"/>
                  </a:lnTo>
                  <a:lnTo>
                    <a:pt x="1502" y="267"/>
                  </a:lnTo>
                  <a:lnTo>
                    <a:pt x="1468" y="234"/>
                  </a:lnTo>
                  <a:lnTo>
                    <a:pt x="1401" y="201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9"/>
            <p:cNvSpPr/>
            <p:nvPr/>
          </p:nvSpPr>
          <p:spPr>
            <a:xfrm>
              <a:off x="1104700" y="3117275"/>
              <a:ext cx="34225" cy="57575"/>
            </a:xfrm>
            <a:custGeom>
              <a:rect b="b" l="l" r="r" t="t"/>
              <a:pathLst>
                <a:path extrusionOk="0" h="2303" w="1369">
                  <a:moveTo>
                    <a:pt x="167" y="1"/>
                  </a:moveTo>
                  <a:lnTo>
                    <a:pt x="67" y="34"/>
                  </a:lnTo>
                  <a:lnTo>
                    <a:pt x="34" y="68"/>
                  </a:lnTo>
                  <a:lnTo>
                    <a:pt x="1" y="134"/>
                  </a:lnTo>
                  <a:lnTo>
                    <a:pt x="1" y="201"/>
                  </a:lnTo>
                  <a:lnTo>
                    <a:pt x="1" y="268"/>
                  </a:lnTo>
                  <a:lnTo>
                    <a:pt x="301" y="735"/>
                  </a:lnTo>
                  <a:lnTo>
                    <a:pt x="568" y="1202"/>
                  </a:lnTo>
                  <a:lnTo>
                    <a:pt x="801" y="1669"/>
                  </a:lnTo>
                  <a:lnTo>
                    <a:pt x="1002" y="2169"/>
                  </a:lnTo>
                  <a:lnTo>
                    <a:pt x="1035" y="2236"/>
                  </a:lnTo>
                  <a:lnTo>
                    <a:pt x="1102" y="2270"/>
                  </a:lnTo>
                  <a:lnTo>
                    <a:pt x="1168" y="2303"/>
                  </a:lnTo>
                  <a:lnTo>
                    <a:pt x="1235" y="2303"/>
                  </a:lnTo>
                  <a:lnTo>
                    <a:pt x="1302" y="2270"/>
                  </a:lnTo>
                  <a:lnTo>
                    <a:pt x="1369" y="2203"/>
                  </a:lnTo>
                  <a:lnTo>
                    <a:pt x="1369" y="2136"/>
                  </a:lnTo>
                  <a:lnTo>
                    <a:pt x="1369" y="2069"/>
                  </a:lnTo>
                  <a:lnTo>
                    <a:pt x="1168" y="1536"/>
                  </a:lnTo>
                  <a:lnTo>
                    <a:pt x="935" y="1035"/>
                  </a:lnTo>
                  <a:lnTo>
                    <a:pt x="668" y="568"/>
                  </a:lnTo>
                  <a:lnTo>
                    <a:pt x="334" y="101"/>
                  </a:lnTo>
                  <a:lnTo>
                    <a:pt x="301" y="34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9"/>
            <p:cNvSpPr/>
            <p:nvPr/>
          </p:nvSpPr>
          <p:spPr>
            <a:xfrm>
              <a:off x="1358250" y="3051400"/>
              <a:ext cx="16725" cy="72575"/>
            </a:xfrm>
            <a:custGeom>
              <a:rect b="b" l="l" r="r" t="t"/>
              <a:pathLst>
                <a:path extrusionOk="0" h="2903" w="669">
                  <a:moveTo>
                    <a:pt x="134" y="0"/>
                  </a:moveTo>
                  <a:lnTo>
                    <a:pt x="68" y="34"/>
                  </a:lnTo>
                  <a:lnTo>
                    <a:pt x="34" y="67"/>
                  </a:lnTo>
                  <a:lnTo>
                    <a:pt x="1" y="134"/>
                  </a:lnTo>
                  <a:lnTo>
                    <a:pt x="1" y="234"/>
                  </a:lnTo>
                  <a:lnTo>
                    <a:pt x="134" y="834"/>
                  </a:lnTo>
                  <a:lnTo>
                    <a:pt x="234" y="1468"/>
                  </a:lnTo>
                  <a:lnTo>
                    <a:pt x="301" y="2102"/>
                  </a:lnTo>
                  <a:lnTo>
                    <a:pt x="301" y="2703"/>
                  </a:lnTo>
                  <a:lnTo>
                    <a:pt x="301" y="2803"/>
                  </a:lnTo>
                  <a:lnTo>
                    <a:pt x="368" y="2836"/>
                  </a:lnTo>
                  <a:lnTo>
                    <a:pt x="435" y="2869"/>
                  </a:lnTo>
                  <a:lnTo>
                    <a:pt x="501" y="2903"/>
                  </a:lnTo>
                  <a:lnTo>
                    <a:pt x="568" y="2869"/>
                  </a:lnTo>
                  <a:lnTo>
                    <a:pt x="601" y="2836"/>
                  </a:lnTo>
                  <a:lnTo>
                    <a:pt x="668" y="2803"/>
                  </a:lnTo>
                  <a:lnTo>
                    <a:pt x="668" y="2703"/>
                  </a:lnTo>
                  <a:lnTo>
                    <a:pt x="668" y="2069"/>
                  </a:lnTo>
                  <a:lnTo>
                    <a:pt x="601" y="1402"/>
                  </a:lnTo>
                  <a:lnTo>
                    <a:pt x="501" y="768"/>
                  </a:lnTo>
                  <a:lnTo>
                    <a:pt x="368" y="134"/>
                  </a:lnTo>
                  <a:lnTo>
                    <a:pt x="334" y="67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9"/>
            <p:cNvSpPr/>
            <p:nvPr/>
          </p:nvSpPr>
          <p:spPr>
            <a:xfrm>
              <a:off x="1480875" y="3046400"/>
              <a:ext cx="15875" cy="70075"/>
            </a:xfrm>
            <a:custGeom>
              <a:rect b="b" l="l" r="r" t="t"/>
              <a:pathLst>
                <a:path extrusionOk="0" h="2803" w="635">
                  <a:moveTo>
                    <a:pt x="401" y="0"/>
                  </a:moveTo>
                  <a:lnTo>
                    <a:pt x="334" y="67"/>
                  </a:lnTo>
                  <a:lnTo>
                    <a:pt x="300" y="100"/>
                  </a:lnTo>
                  <a:lnTo>
                    <a:pt x="267" y="200"/>
                  </a:lnTo>
                  <a:lnTo>
                    <a:pt x="0" y="2636"/>
                  </a:lnTo>
                  <a:lnTo>
                    <a:pt x="0" y="2702"/>
                  </a:lnTo>
                  <a:lnTo>
                    <a:pt x="34" y="2769"/>
                  </a:lnTo>
                  <a:lnTo>
                    <a:pt x="100" y="2803"/>
                  </a:lnTo>
                  <a:lnTo>
                    <a:pt x="267" y="2803"/>
                  </a:lnTo>
                  <a:lnTo>
                    <a:pt x="300" y="2769"/>
                  </a:lnTo>
                  <a:lnTo>
                    <a:pt x="334" y="2702"/>
                  </a:lnTo>
                  <a:lnTo>
                    <a:pt x="367" y="2636"/>
                  </a:lnTo>
                  <a:lnTo>
                    <a:pt x="634" y="200"/>
                  </a:lnTo>
                  <a:lnTo>
                    <a:pt x="634" y="100"/>
                  </a:lnTo>
                  <a:lnTo>
                    <a:pt x="601" y="67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9"/>
            <p:cNvSpPr/>
            <p:nvPr/>
          </p:nvSpPr>
          <p:spPr>
            <a:xfrm>
              <a:off x="1600150" y="3085600"/>
              <a:ext cx="14200" cy="53400"/>
            </a:xfrm>
            <a:custGeom>
              <a:rect b="b" l="l" r="r" t="t"/>
              <a:pathLst>
                <a:path extrusionOk="0" h="2136" w="568">
                  <a:moveTo>
                    <a:pt x="300" y="0"/>
                  </a:moveTo>
                  <a:lnTo>
                    <a:pt x="234" y="34"/>
                  </a:lnTo>
                  <a:lnTo>
                    <a:pt x="200" y="100"/>
                  </a:lnTo>
                  <a:lnTo>
                    <a:pt x="200" y="167"/>
                  </a:lnTo>
                  <a:lnTo>
                    <a:pt x="0" y="1935"/>
                  </a:lnTo>
                  <a:lnTo>
                    <a:pt x="0" y="2002"/>
                  </a:lnTo>
                  <a:lnTo>
                    <a:pt x="33" y="2069"/>
                  </a:lnTo>
                  <a:lnTo>
                    <a:pt x="100" y="2102"/>
                  </a:lnTo>
                  <a:lnTo>
                    <a:pt x="167" y="2135"/>
                  </a:lnTo>
                  <a:lnTo>
                    <a:pt x="267" y="2102"/>
                  </a:lnTo>
                  <a:lnTo>
                    <a:pt x="300" y="2069"/>
                  </a:lnTo>
                  <a:lnTo>
                    <a:pt x="367" y="2002"/>
                  </a:lnTo>
                  <a:lnTo>
                    <a:pt x="367" y="1935"/>
                  </a:lnTo>
                  <a:lnTo>
                    <a:pt x="567" y="167"/>
                  </a:lnTo>
                  <a:lnTo>
                    <a:pt x="567" y="100"/>
                  </a:lnTo>
                  <a:lnTo>
                    <a:pt x="500" y="34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9"/>
            <p:cNvSpPr/>
            <p:nvPr/>
          </p:nvSpPr>
          <p:spPr>
            <a:xfrm>
              <a:off x="1756100" y="3148975"/>
              <a:ext cx="18375" cy="25875"/>
            </a:xfrm>
            <a:custGeom>
              <a:rect b="b" l="l" r="r" t="t"/>
              <a:pathLst>
                <a:path extrusionOk="0" h="1035" w="735">
                  <a:moveTo>
                    <a:pt x="501" y="1"/>
                  </a:moveTo>
                  <a:lnTo>
                    <a:pt x="468" y="34"/>
                  </a:lnTo>
                  <a:lnTo>
                    <a:pt x="401" y="67"/>
                  </a:lnTo>
                  <a:lnTo>
                    <a:pt x="1" y="768"/>
                  </a:lnTo>
                  <a:lnTo>
                    <a:pt x="1" y="835"/>
                  </a:lnTo>
                  <a:lnTo>
                    <a:pt x="1" y="901"/>
                  </a:lnTo>
                  <a:lnTo>
                    <a:pt x="34" y="968"/>
                  </a:lnTo>
                  <a:lnTo>
                    <a:pt x="68" y="1035"/>
                  </a:lnTo>
                  <a:lnTo>
                    <a:pt x="234" y="1035"/>
                  </a:lnTo>
                  <a:lnTo>
                    <a:pt x="301" y="1002"/>
                  </a:lnTo>
                  <a:lnTo>
                    <a:pt x="334" y="968"/>
                  </a:lnTo>
                  <a:lnTo>
                    <a:pt x="735" y="268"/>
                  </a:lnTo>
                  <a:lnTo>
                    <a:pt x="735" y="201"/>
                  </a:lnTo>
                  <a:lnTo>
                    <a:pt x="735" y="134"/>
                  </a:lnTo>
                  <a:lnTo>
                    <a:pt x="701" y="67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9"/>
            <p:cNvSpPr/>
            <p:nvPr/>
          </p:nvSpPr>
          <p:spPr>
            <a:xfrm>
              <a:off x="1887050" y="3250725"/>
              <a:ext cx="44225" cy="29225"/>
            </a:xfrm>
            <a:custGeom>
              <a:rect b="b" l="l" r="r" t="t"/>
              <a:pathLst>
                <a:path extrusionOk="0" h="1169" w="1769">
                  <a:moveTo>
                    <a:pt x="1602" y="1"/>
                  </a:moveTo>
                  <a:lnTo>
                    <a:pt x="1502" y="34"/>
                  </a:lnTo>
                  <a:lnTo>
                    <a:pt x="1135" y="201"/>
                  </a:lnTo>
                  <a:lnTo>
                    <a:pt x="801" y="368"/>
                  </a:lnTo>
                  <a:lnTo>
                    <a:pt x="434" y="568"/>
                  </a:lnTo>
                  <a:lnTo>
                    <a:pt x="101" y="835"/>
                  </a:lnTo>
                  <a:lnTo>
                    <a:pt x="67" y="868"/>
                  </a:lnTo>
                  <a:lnTo>
                    <a:pt x="34" y="935"/>
                  </a:lnTo>
                  <a:lnTo>
                    <a:pt x="1" y="1002"/>
                  </a:lnTo>
                  <a:lnTo>
                    <a:pt x="34" y="1069"/>
                  </a:lnTo>
                  <a:lnTo>
                    <a:pt x="101" y="1135"/>
                  </a:lnTo>
                  <a:lnTo>
                    <a:pt x="168" y="1169"/>
                  </a:lnTo>
                  <a:lnTo>
                    <a:pt x="234" y="1169"/>
                  </a:lnTo>
                  <a:lnTo>
                    <a:pt x="301" y="1135"/>
                  </a:lnTo>
                  <a:lnTo>
                    <a:pt x="601" y="935"/>
                  </a:lnTo>
                  <a:lnTo>
                    <a:pt x="935" y="735"/>
                  </a:lnTo>
                  <a:lnTo>
                    <a:pt x="1268" y="535"/>
                  </a:lnTo>
                  <a:lnTo>
                    <a:pt x="1602" y="368"/>
                  </a:lnTo>
                  <a:lnTo>
                    <a:pt x="1669" y="335"/>
                  </a:lnTo>
                  <a:lnTo>
                    <a:pt x="1736" y="301"/>
                  </a:lnTo>
                  <a:lnTo>
                    <a:pt x="1769" y="234"/>
                  </a:lnTo>
                  <a:lnTo>
                    <a:pt x="1736" y="168"/>
                  </a:lnTo>
                  <a:lnTo>
                    <a:pt x="1702" y="101"/>
                  </a:lnTo>
                  <a:lnTo>
                    <a:pt x="1669" y="34"/>
                  </a:lnTo>
                  <a:lnTo>
                    <a:pt x="16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9"/>
            <p:cNvSpPr/>
            <p:nvPr/>
          </p:nvSpPr>
          <p:spPr>
            <a:xfrm>
              <a:off x="1909575" y="3409200"/>
              <a:ext cx="57575" cy="15050"/>
            </a:xfrm>
            <a:custGeom>
              <a:rect b="b" l="l" r="r" t="t"/>
              <a:pathLst>
                <a:path extrusionOk="0" h="602" w="2303">
                  <a:moveTo>
                    <a:pt x="167" y="1"/>
                  </a:moveTo>
                  <a:lnTo>
                    <a:pt x="101" y="34"/>
                  </a:lnTo>
                  <a:lnTo>
                    <a:pt x="34" y="68"/>
                  </a:lnTo>
                  <a:lnTo>
                    <a:pt x="0" y="134"/>
                  </a:lnTo>
                  <a:lnTo>
                    <a:pt x="0" y="201"/>
                  </a:lnTo>
                  <a:lnTo>
                    <a:pt x="0" y="268"/>
                  </a:lnTo>
                  <a:lnTo>
                    <a:pt x="34" y="334"/>
                  </a:lnTo>
                  <a:lnTo>
                    <a:pt x="101" y="368"/>
                  </a:lnTo>
                  <a:lnTo>
                    <a:pt x="167" y="401"/>
                  </a:lnTo>
                  <a:lnTo>
                    <a:pt x="2136" y="601"/>
                  </a:lnTo>
                  <a:lnTo>
                    <a:pt x="2202" y="568"/>
                  </a:lnTo>
                  <a:lnTo>
                    <a:pt x="2269" y="535"/>
                  </a:lnTo>
                  <a:lnTo>
                    <a:pt x="2303" y="468"/>
                  </a:lnTo>
                  <a:lnTo>
                    <a:pt x="2303" y="401"/>
                  </a:lnTo>
                  <a:lnTo>
                    <a:pt x="2303" y="334"/>
                  </a:lnTo>
                  <a:lnTo>
                    <a:pt x="2269" y="268"/>
                  </a:lnTo>
                  <a:lnTo>
                    <a:pt x="2202" y="234"/>
                  </a:lnTo>
                  <a:lnTo>
                    <a:pt x="2136" y="201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9"/>
            <p:cNvSpPr/>
            <p:nvPr/>
          </p:nvSpPr>
          <p:spPr>
            <a:xfrm>
              <a:off x="1921250" y="3592700"/>
              <a:ext cx="55900" cy="14200"/>
            </a:xfrm>
            <a:custGeom>
              <a:rect b="b" l="l" r="r" t="t"/>
              <a:pathLst>
                <a:path extrusionOk="0" h="568" w="2236">
                  <a:moveTo>
                    <a:pt x="101" y="1"/>
                  </a:moveTo>
                  <a:lnTo>
                    <a:pt x="67" y="67"/>
                  </a:lnTo>
                  <a:lnTo>
                    <a:pt x="34" y="134"/>
                  </a:lnTo>
                  <a:lnTo>
                    <a:pt x="1" y="201"/>
                  </a:lnTo>
                  <a:lnTo>
                    <a:pt x="34" y="267"/>
                  </a:lnTo>
                  <a:lnTo>
                    <a:pt x="67" y="334"/>
                  </a:lnTo>
                  <a:lnTo>
                    <a:pt x="134" y="368"/>
                  </a:lnTo>
                  <a:lnTo>
                    <a:pt x="634" y="468"/>
                  </a:lnTo>
                  <a:lnTo>
                    <a:pt x="1102" y="534"/>
                  </a:lnTo>
                  <a:lnTo>
                    <a:pt x="1569" y="568"/>
                  </a:lnTo>
                  <a:lnTo>
                    <a:pt x="2069" y="568"/>
                  </a:lnTo>
                  <a:lnTo>
                    <a:pt x="2136" y="534"/>
                  </a:lnTo>
                  <a:lnTo>
                    <a:pt x="2202" y="501"/>
                  </a:lnTo>
                  <a:lnTo>
                    <a:pt x="2236" y="434"/>
                  </a:lnTo>
                  <a:lnTo>
                    <a:pt x="2236" y="368"/>
                  </a:lnTo>
                  <a:lnTo>
                    <a:pt x="2236" y="301"/>
                  </a:lnTo>
                  <a:lnTo>
                    <a:pt x="2202" y="234"/>
                  </a:lnTo>
                  <a:lnTo>
                    <a:pt x="2136" y="201"/>
                  </a:lnTo>
                  <a:lnTo>
                    <a:pt x="2069" y="167"/>
                  </a:lnTo>
                  <a:lnTo>
                    <a:pt x="1602" y="201"/>
                  </a:lnTo>
                  <a:lnTo>
                    <a:pt x="1135" y="167"/>
                  </a:lnTo>
                  <a:lnTo>
                    <a:pt x="701" y="101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9"/>
            <p:cNvSpPr/>
            <p:nvPr/>
          </p:nvSpPr>
          <p:spPr>
            <a:xfrm>
              <a:off x="1505050" y="3466750"/>
              <a:ext cx="42575" cy="427900"/>
            </a:xfrm>
            <a:custGeom>
              <a:rect b="b" l="l" r="r" t="t"/>
              <a:pathLst>
                <a:path extrusionOk="0" h="17116" w="1703">
                  <a:moveTo>
                    <a:pt x="1135" y="1"/>
                  </a:moveTo>
                  <a:lnTo>
                    <a:pt x="1035" y="34"/>
                  </a:lnTo>
                  <a:lnTo>
                    <a:pt x="935" y="134"/>
                  </a:lnTo>
                  <a:lnTo>
                    <a:pt x="835" y="234"/>
                  </a:lnTo>
                  <a:lnTo>
                    <a:pt x="768" y="334"/>
                  </a:lnTo>
                  <a:lnTo>
                    <a:pt x="668" y="568"/>
                  </a:lnTo>
                  <a:lnTo>
                    <a:pt x="568" y="968"/>
                  </a:lnTo>
                  <a:lnTo>
                    <a:pt x="468" y="1369"/>
                  </a:lnTo>
                  <a:lnTo>
                    <a:pt x="334" y="2203"/>
                  </a:lnTo>
                  <a:lnTo>
                    <a:pt x="201" y="3571"/>
                  </a:lnTo>
                  <a:lnTo>
                    <a:pt x="134" y="4905"/>
                  </a:lnTo>
                  <a:lnTo>
                    <a:pt x="34" y="6273"/>
                  </a:lnTo>
                  <a:lnTo>
                    <a:pt x="1" y="7974"/>
                  </a:lnTo>
                  <a:lnTo>
                    <a:pt x="1" y="9709"/>
                  </a:lnTo>
                  <a:lnTo>
                    <a:pt x="67" y="11411"/>
                  </a:lnTo>
                  <a:lnTo>
                    <a:pt x="134" y="13112"/>
                  </a:lnTo>
                  <a:lnTo>
                    <a:pt x="201" y="15014"/>
                  </a:lnTo>
                  <a:lnTo>
                    <a:pt x="234" y="16148"/>
                  </a:lnTo>
                  <a:lnTo>
                    <a:pt x="234" y="16982"/>
                  </a:lnTo>
                  <a:lnTo>
                    <a:pt x="234" y="17049"/>
                  </a:lnTo>
                  <a:lnTo>
                    <a:pt x="268" y="17082"/>
                  </a:lnTo>
                  <a:lnTo>
                    <a:pt x="334" y="17116"/>
                  </a:lnTo>
                  <a:lnTo>
                    <a:pt x="434" y="17116"/>
                  </a:lnTo>
                  <a:lnTo>
                    <a:pt x="501" y="17082"/>
                  </a:lnTo>
                  <a:lnTo>
                    <a:pt x="534" y="17049"/>
                  </a:lnTo>
                  <a:lnTo>
                    <a:pt x="534" y="16982"/>
                  </a:lnTo>
                  <a:lnTo>
                    <a:pt x="468" y="15181"/>
                  </a:lnTo>
                  <a:lnTo>
                    <a:pt x="401" y="12745"/>
                  </a:lnTo>
                  <a:lnTo>
                    <a:pt x="334" y="10276"/>
                  </a:lnTo>
                  <a:lnTo>
                    <a:pt x="301" y="8909"/>
                  </a:lnTo>
                  <a:lnTo>
                    <a:pt x="301" y="7541"/>
                  </a:lnTo>
                  <a:lnTo>
                    <a:pt x="301" y="6173"/>
                  </a:lnTo>
                  <a:lnTo>
                    <a:pt x="368" y="4838"/>
                  </a:lnTo>
                  <a:lnTo>
                    <a:pt x="468" y="3671"/>
                  </a:lnTo>
                  <a:lnTo>
                    <a:pt x="568" y="2737"/>
                  </a:lnTo>
                  <a:lnTo>
                    <a:pt x="701" y="1802"/>
                  </a:lnTo>
                  <a:lnTo>
                    <a:pt x="768" y="1402"/>
                  </a:lnTo>
                  <a:lnTo>
                    <a:pt x="868" y="1002"/>
                  </a:lnTo>
                  <a:lnTo>
                    <a:pt x="968" y="701"/>
                  </a:lnTo>
                  <a:lnTo>
                    <a:pt x="1035" y="568"/>
                  </a:lnTo>
                  <a:lnTo>
                    <a:pt x="1135" y="435"/>
                  </a:lnTo>
                  <a:lnTo>
                    <a:pt x="1235" y="568"/>
                  </a:lnTo>
                  <a:lnTo>
                    <a:pt x="1268" y="701"/>
                  </a:lnTo>
                  <a:lnTo>
                    <a:pt x="1302" y="868"/>
                  </a:lnTo>
                  <a:lnTo>
                    <a:pt x="1335" y="1035"/>
                  </a:lnTo>
                  <a:lnTo>
                    <a:pt x="1335" y="1369"/>
                  </a:lnTo>
                  <a:lnTo>
                    <a:pt x="1302" y="1669"/>
                  </a:lnTo>
                  <a:lnTo>
                    <a:pt x="1302" y="3304"/>
                  </a:lnTo>
                  <a:lnTo>
                    <a:pt x="1235" y="6607"/>
                  </a:lnTo>
                  <a:lnTo>
                    <a:pt x="1068" y="12712"/>
                  </a:lnTo>
                  <a:lnTo>
                    <a:pt x="1035" y="13179"/>
                  </a:lnTo>
                  <a:lnTo>
                    <a:pt x="935" y="14113"/>
                  </a:lnTo>
                  <a:lnTo>
                    <a:pt x="901" y="15047"/>
                  </a:lnTo>
                  <a:lnTo>
                    <a:pt x="901" y="15981"/>
                  </a:lnTo>
                  <a:lnTo>
                    <a:pt x="935" y="16916"/>
                  </a:lnTo>
                  <a:lnTo>
                    <a:pt x="968" y="16982"/>
                  </a:lnTo>
                  <a:lnTo>
                    <a:pt x="1035" y="17016"/>
                  </a:lnTo>
                  <a:lnTo>
                    <a:pt x="1068" y="17082"/>
                  </a:lnTo>
                  <a:lnTo>
                    <a:pt x="1168" y="17116"/>
                  </a:lnTo>
                  <a:lnTo>
                    <a:pt x="1235" y="17082"/>
                  </a:lnTo>
                  <a:lnTo>
                    <a:pt x="1268" y="16982"/>
                  </a:lnTo>
                  <a:lnTo>
                    <a:pt x="1402" y="13646"/>
                  </a:lnTo>
                  <a:lnTo>
                    <a:pt x="1535" y="10343"/>
                  </a:lnTo>
                  <a:lnTo>
                    <a:pt x="1535" y="10110"/>
                  </a:lnTo>
                  <a:lnTo>
                    <a:pt x="1602" y="8375"/>
                  </a:lnTo>
                  <a:lnTo>
                    <a:pt x="1635" y="6673"/>
                  </a:lnTo>
                  <a:lnTo>
                    <a:pt x="1669" y="2903"/>
                  </a:lnTo>
                  <a:lnTo>
                    <a:pt x="1702" y="1135"/>
                  </a:lnTo>
                  <a:lnTo>
                    <a:pt x="1702" y="868"/>
                  </a:lnTo>
                  <a:lnTo>
                    <a:pt x="1669" y="535"/>
                  </a:lnTo>
                  <a:lnTo>
                    <a:pt x="1635" y="401"/>
                  </a:lnTo>
                  <a:lnTo>
                    <a:pt x="1602" y="268"/>
                  </a:lnTo>
                  <a:lnTo>
                    <a:pt x="1502" y="134"/>
                  </a:lnTo>
                  <a:lnTo>
                    <a:pt x="1402" y="68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" name="Google Shape;287;p29"/>
          <p:cNvGrpSpPr/>
          <p:nvPr/>
        </p:nvGrpSpPr>
        <p:grpSpPr>
          <a:xfrm>
            <a:off x="7223120" y="1076232"/>
            <a:ext cx="644796" cy="1143488"/>
            <a:chOff x="1602650" y="2029675"/>
            <a:chExt cx="382850" cy="678950"/>
          </a:xfrm>
        </p:grpSpPr>
        <p:sp>
          <p:nvSpPr>
            <p:cNvPr id="288" name="Google Shape;288;p29"/>
            <p:cNvSpPr/>
            <p:nvPr/>
          </p:nvSpPr>
          <p:spPr>
            <a:xfrm>
              <a:off x="1659350" y="2138925"/>
              <a:ext cx="270275" cy="431250"/>
            </a:xfrm>
            <a:custGeom>
              <a:rect b="b" l="l" r="r" t="t"/>
              <a:pathLst>
                <a:path extrusionOk="0" h="17250" w="10811">
                  <a:moveTo>
                    <a:pt x="5272" y="1"/>
                  </a:moveTo>
                  <a:lnTo>
                    <a:pt x="5105" y="34"/>
                  </a:lnTo>
                  <a:lnTo>
                    <a:pt x="4772" y="134"/>
                  </a:lnTo>
                  <a:lnTo>
                    <a:pt x="4438" y="301"/>
                  </a:lnTo>
                  <a:lnTo>
                    <a:pt x="4104" y="468"/>
                  </a:lnTo>
                  <a:lnTo>
                    <a:pt x="3604" y="801"/>
                  </a:lnTo>
                  <a:lnTo>
                    <a:pt x="3103" y="1135"/>
                  </a:lnTo>
                  <a:lnTo>
                    <a:pt x="2636" y="1502"/>
                  </a:lnTo>
                  <a:lnTo>
                    <a:pt x="2169" y="1902"/>
                  </a:lnTo>
                  <a:lnTo>
                    <a:pt x="1736" y="2303"/>
                  </a:lnTo>
                  <a:lnTo>
                    <a:pt x="1335" y="2770"/>
                  </a:lnTo>
                  <a:lnTo>
                    <a:pt x="1002" y="3270"/>
                  </a:lnTo>
                  <a:lnTo>
                    <a:pt x="701" y="3771"/>
                  </a:lnTo>
                  <a:lnTo>
                    <a:pt x="568" y="4138"/>
                  </a:lnTo>
                  <a:lnTo>
                    <a:pt x="434" y="4505"/>
                  </a:lnTo>
                  <a:lnTo>
                    <a:pt x="301" y="4905"/>
                  </a:lnTo>
                  <a:lnTo>
                    <a:pt x="201" y="5305"/>
                  </a:lnTo>
                  <a:lnTo>
                    <a:pt x="101" y="6073"/>
                  </a:lnTo>
                  <a:lnTo>
                    <a:pt x="34" y="6873"/>
                  </a:lnTo>
                  <a:lnTo>
                    <a:pt x="1" y="7507"/>
                  </a:lnTo>
                  <a:lnTo>
                    <a:pt x="1" y="8141"/>
                  </a:lnTo>
                  <a:lnTo>
                    <a:pt x="34" y="8775"/>
                  </a:lnTo>
                  <a:lnTo>
                    <a:pt x="67" y="9409"/>
                  </a:lnTo>
                  <a:lnTo>
                    <a:pt x="168" y="10009"/>
                  </a:lnTo>
                  <a:lnTo>
                    <a:pt x="268" y="10643"/>
                  </a:lnTo>
                  <a:lnTo>
                    <a:pt x="434" y="11244"/>
                  </a:lnTo>
                  <a:lnTo>
                    <a:pt x="635" y="11844"/>
                  </a:lnTo>
                  <a:lnTo>
                    <a:pt x="902" y="12612"/>
                  </a:lnTo>
                  <a:lnTo>
                    <a:pt x="1269" y="13346"/>
                  </a:lnTo>
                  <a:lnTo>
                    <a:pt x="1636" y="14080"/>
                  </a:lnTo>
                  <a:lnTo>
                    <a:pt x="2002" y="14814"/>
                  </a:lnTo>
                  <a:lnTo>
                    <a:pt x="3337" y="17249"/>
                  </a:lnTo>
                  <a:lnTo>
                    <a:pt x="5506" y="17249"/>
                  </a:lnTo>
                  <a:lnTo>
                    <a:pt x="6573" y="17216"/>
                  </a:lnTo>
                  <a:lnTo>
                    <a:pt x="7674" y="17149"/>
                  </a:lnTo>
                  <a:lnTo>
                    <a:pt x="8508" y="17082"/>
                  </a:lnTo>
                  <a:lnTo>
                    <a:pt x="8575" y="16448"/>
                  </a:lnTo>
                  <a:lnTo>
                    <a:pt x="8675" y="15815"/>
                  </a:lnTo>
                  <a:lnTo>
                    <a:pt x="8842" y="15181"/>
                  </a:lnTo>
                  <a:lnTo>
                    <a:pt x="9009" y="14580"/>
                  </a:lnTo>
                  <a:lnTo>
                    <a:pt x="9409" y="13346"/>
                  </a:lnTo>
                  <a:lnTo>
                    <a:pt x="9843" y="12111"/>
                  </a:lnTo>
                  <a:lnTo>
                    <a:pt x="10243" y="10877"/>
                  </a:lnTo>
                  <a:lnTo>
                    <a:pt x="10443" y="10243"/>
                  </a:lnTo>
                  <a:lnTo>
                    <a:pt x="10577" y="9609"/>
                  </a:lnTo>
                  <a:lnTo>
                    <a:pt x="10710" y="8975"/>
                  </a:lnTo>
                  <a:lnTo>
                    <a:pt x="10777" y="8375"/>
                  </a:lnTo>
                  <a:lnTo>
                    <a:pt x="10810" y="7741"/>
                  </a:lnTo>
                  <a:lnTo>
                    <a:pt x="10810" y="7074"/>
                  </a:lnTo>
                  <a:lnTo>
                    <a:pt x="10743" y="6606"/>
                  </a:lnTo>
                  <a:lnTo>
                    <a:pt x="10643" y="6106"/>
                  </a:lnTo>
                  <a:lnTo>
                    <a:pt x="10543" y="5639"/>
                  </a:lnTo>
                  <a:lnTo>
                    <a:pt x="10376" y="5172"/>
                  </a:lnTo>
                  <a:lnTo>
                    <a:pt x="10210" y="4705"/>
                  </a:lnTo>
                  <a:lnTo>
                    <a:pt x="10009" y="4271"/>
                  </a:lnTo>
                  <a:lnTo>
                    <a:pt x="9776" y="3837"/>
                  </a:lnTo>
                  <a:lnTo>
                    <a:pt x="9509" y="3404"/>
                  </a:lnTo>
                  <a:lnTo>
                    <a:pt x="9242" y="3003"/>
                  </a:lnTo>
                  <a:lnTo>
                    <a:pt x="8942" y="2603"/>
                  </a:lnTo>
                  <a:lnTo>
                    <a:pt x="8608" y="2236"/>
                  </a:lnTo>
                  <a:lnTo>
                    <a:pt x="8275" y="1869"/>
                  </a:lnTo>
                  <a:lnTo>
                    <a:pt x="7908" y="1502"/>
                  </a:lnTo>
                  <a:lnTo>
                    <a:pt x="7541" y="1168"/>
                  </a:lnTo>
                  <a:lnTo>
                    <a:pt x="7140" y="868"/>
                  </a:lnTo>
                  <a:lnTo>
                    <a:pt x="6740" y="568"/>
                  </a:lnTo>
                  <a:lnTo>
                    <a:pt x="6440" y="368"/>
                  </a:lnTo>
                  <a:lnTo>
                    <a:pt x="6139" y="168"/>
                  </a:lnTo>
                  <a:lnTo>
                    <a:pt x="5806" y="34"/>
                  </a:lnTo>
                  <a:lnTo>
                    <a:pt x="5639" y="1"/>
                  </a:lnTo>
                  <a:close/>
                </a:path>
              </a:pathLst>
            </a:custGeom>
            <a:solidFill>
              <a:srgbClr val="98E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9"/>
            <p:cNvSpPr/>
            <p:nvPr/>
          </p:nvSpPr>
          <p:spPr>
            <a:xfrm>
              <a:off x="1602650" y="2029675"/>
              <a:ext cx="382850" cy="678950"/>
            </a:xfrm>
            <a:custGeom>
              <a:rect b="b" l="l" r="r" t="t"/>
              <a:pathLst>
                <a:path extrusionOk="0" h="27158" w="15314">
                  <a:moveTo>
                    <a:pt x="10209" y="14546"/>
                  </a:moveTo>
                  <a:lnTo>
                    <a:pt x="10342" y="14580"/>
                  </a:lnTo>
                  <a:lnTo>
                    <a:pt x="10476" y="14646"/>
                  </a:lnTo>
                  <a:lnTo>
                    <a:pt x="10543" y="14746"/>
                  </a:lnTo>
                  <a:lnTo>
                    <a:pt x="10609" y="14847"/>
                  </a:lnTo>
                  <a:lnTo>
                    <a:pt x="10643" y="14947"/>
                  </a:lnTo>
                  <a:lnTo>
                    <a:pt x="10676" y="15080"/>
                  </a:lnTo>
                  <a:lnTo>
                    <a:pt x="10676" y="15347"/>
                  </a:lnTo>
                  <a:lnTo>
                    <a:pt x="10609" y="15581"/>
                  </a:lnTo>
                  <a:lnTo>
                    <a:pt x="10543" y="15814"/>
                  </a:lnTo>
                  <a:lnTo>
                    <a:pt x="10409" y="16014"/>
                  </a:lnTo>
                  <a:lnTo>
                    <a:pt x="10309" y="16248"/>
                  </a:lnTo>
                  <a:lnTo>
                    <a:pt x="10142" y="16448"/>
                  </a:lnTo>
                  <a:lnTo>
                    <a:pt x="9875" y="16715"/>
                  </a:lnTo>
                  <a:lnTo>
                    <a:pt x="9575" y="16948"/>
                  </a:lnTo>
                  <a:lnTo>
                    <a:pt x="9275" y="17149"/>
                  </a:lnTo>
                  <a:lnTo>
                    <a:pt x="8941" y="17315"/>
                  </a:lnTo>
                  <a:lnTo>
                    <a:pt x="9041" y="16681"/>
                  </a:lnTo>
                  <a:lnTo>
                    <a:pt x="9175" y="16014"/>
                  </a:lnTo>
                  <a:lnTo>
                    <a:pt x="9308" y="15480"/>
                  </a:lnTo>
                  <a:lnTo>
                    <a:pt x="9442" y="15180"/>
                  </a:lnTo>
                  <a:lnTo>
                    <a:pt x="9575" y="14947"/>
                  </a:lnTo>
                  <a:lnTo>
                    <a:pt x="9742" y="14746"/>
                  </a:lnTo>
                  <a:lnTo>
                    <a:pt x="9842" y="14680"/>
                  </a:lnTo>
                  <a:lnTo>
                    <a:pt x="9975" y="14613"/>
                  </a:lnTo>
                  <a:lnTo>
                    <a:pt x="10109" y="14580"/>
                  </a:lnTo>
                  <a:lnTo>
                    <a:pt x="10209" y="14546"/>
                  </a:lnTo>
                  <a:close/>
                  <a:moveTo>
                    <a:pt x="4671" y="15314"/>
                  </a:moveTo>
                  <a:lnTo>
                    <a:pt x="4904" y="15380"/>
                  </a:lnTo>
                  <a:lnTo>
                    <a:pt x="5138" y="15514"/>
                  </a:lnTo>
                  <a:lnTo>
                    <a:pt x="5371" y="15647"/>
                  </a:lnTo>
                  <a:lnTo>
                    <a:pt x="5572" y="15814"/>
                  </a:lnTo>
                  <a:lnTo>
                    <a:pt x="5738" y="15981"/>
                  </a:lnTo>
                  <a:lnTo>
                    <a:pt x="5872" y="16148"/>
                  </a:lnTo>
                  <a:lnTo>
                    <a:pt x="6072" y="16548"/>
                  </a:lnTo>
                  <a:lnTo>
                    <a:pt x="6272" y="16948"/>
                  </a:lnTo>
                  <a:lnTo>
                    <a:pt x="6406" y="17349"/>
                  </a:lnTo>
                  <a:lnTo>
                    <a:pt x="6239" y="17315"/>
                  </a:lnTo>
                  <a:lnTo>
                    <a:pt x="5705" y="17082"/>
                  </a:lnTo>
                  <a:lnTo>
                    <a:pt x="5205" y="16782"/>
                  </a:lnTo>
                  <a:lnTo>
                    <a:pt x="4938" y="16615"/>
                  </a:lnTo>
                  <a:lnTo>
                    <a:pt x="4704" y="16448"/>
                  </a:lnTo>
                  <a:lnTo>
                    <a:pt x="4471" y="16248"/>
                  </a:lnTo>
                  <a:lnTo>
                    <a:pt x="4270" y="16014"/>
                  </a:lnTo>
                  <a:lnTo>
                    <a:pt x="4237" y="15881"/>
                  </a:lnTo>
                  <a:lnTo>
                    <a:pt x="4204" y="15747"/>
                  </a:lnTo>
                  <a:lnTo>
                    <a:pt x="4204" y="15614"/>
                  </a:lnTo>
                  <a:lnTo>
                    <a:pt x="4237" y="15480"/>
                  </a:lnTo>
                  <a:lnTo>
                    <a:pt x="4270" y="15414"/>
                  </a:lnTo>
                  <a:lnTo>
                    <a:pt x="4371" y="15347"/>
                  </a:lnTo>
                  <a:lnTo>
                    <a:pt x="4504" y="15314"/>
                  </a:lnTo>
                  <a:close/>
                  <a:moveTo>
                    <a:pt x="8474" y="17883"/>
                  </a:moveTo>
                  <a:lnTo>
                    <a:pt x="8407" y="18717"/>
                  </a:lnTo>
                  <a:lnTo>
                    <a:pt x="8407" y="19551"/>
                  </a:lnTo>
                  <a:lnTo>
                    <a:pt x="8407" y="21219"/>
                  </a:lnTo>
                  <a:lnTo>
                    <a:pt x="7006" y="21319"/>
                  </a:lnTo>
                  <a:lnTo>
                    <a:pt x="7073" y="20485"/>
                  </a:lnTo>
                  <a:lnTo>
                    <a:pt x="7073" y="19684"/>
                  </a:lnTo>
                  <a:lnTo>
                    <a:pt x="7040" y="18850"/>
                  </a:lnTo>
                  <a:lnTo>
                    <a:pt x="6939" y="18016"/>
                  </a:lnTo>
                  <a:lnTo>
                    <a:pt x="6906" y="17883"/>
                  </a:lnTo>
                  <a:lnTo>
                    <a:pt x="7306" y="17949"/>
                  </a:lnTo>
                  <a:lnTo>
                    <a:pt x="8107" y="17949"/>
                  </a:lnTo>
                  <a:lnTo>
                    <a:pt x="8474" y="17883"/>
                  </a:lnTo>
                  <a:close/>
                  <a:moveTo>
                    <a:pt x="7473" y="634"/>
                  </a:moveTo>
                  <a:lnTo>
                    <a:pt x="7740" y="1001"/>
                  </a:lnTo>
                  <a:lnTo>
                    <a:pt x="8074" y="1335"/>
                  </a:lnTo>
                  <a:lnTo>
                    <a:pt x="8407" y="1635"/>
                  </a:lnTo>
                  <a:lnTo>
                    <a:pt x="8774" y="1902"/>
                  </a:lnTo>
                  <a:lnTo>
                    <a:pt x="9141" y="2169"/>
                  </a:lnTo>
                  <a:lnTo>
                    <a:pt x="9508" y="2436"/>
                  </a:lnTo>
                  <a:lnTo>
                    <a:pt x="10309" y="2903"/>
                  </a:lnTo>
                  <a:lnTo>
                    <a:pt x="11110" y="3370"/>
                  </a:lnTo>
                  <a:lnTo>
                    <a:pt x="11911" y="3837"/>
                  </a:lnTo>
                  <a:lnTo>
                    <a:pt x="12678" y="4337"/>
                  </a:lnTo>
                  <a:lnTo>
                    <a:pt x="13045" y="4638"/>
                  </a:lnTo>
                  <a:lnTo>
                    <a:pt x="13412" y="4938"/>
                  </a:lnTo>
                  <a:lnTo>
                    <a:pt x="13745" y="5238"/>
                  </a:lnTo>
                  <a:lnTo>
                    <a:pt x="14012" y="5605"/>
                  </a:lnTo>
                  <a:lnTo>
                    <a:pt x="14279" y="5972"/>
                  </a:lnTo>
                  <a:lnTo>
                    <a:pt x="14513" y="6406"/>
                  </a:lnTo>
                  <a:lnTo>
                    <a:pt x="14646" y="6706"/>
                  </a:lnTo>
                  <a:lnTo>
                    <a:pt x="14746" y="7040"/>
                  </a:lnTo>
                  <a:lnTo>
                    <a:pt x="14813" y="7373"/>
                  </a:lnTo>
                  <a:lnTo>
                    <a:pt x="14880" y="7707"/>
                  </a:lnTo>
                  <a:lnTo>
                    <a:pt x="14913" y="8408"/>
                  </a:lnTo>
                  <a:lnTo>
                    <a:pt x="14913" y="9075"/>
                  </a:lnTo>
                  <a:lnTo>
                    <a:pt x="14846" y="9775"/>
                  </a:lnTo>
                  <a:lnTo>
                    <a:pt x="14746" y="10476"/>
                  </a:lnTo>
                  <a:lnTo>
                    <a:pt x="14479" y="11911"/>
                  </a:lnTo>
                  <a:lnTo>
                    <a:pt x="14179" y="13312"/>
                  </a:lnTo>
                  <a:lnTo>
                    <a:pt x="13846" y="14713"/>
                  </a:lnTo>
                  <a:lnTo>
                    <a:pt x="13378" y="16281"/>
                  </a:lnTo>
                  <a:lnTo>
                    <a:pt x="12878" y="17849"/>
                  </a:lnTo>
                  <a:lnTo>
                    <a:pt x="12311" y="19417"/>
                  </a:lnTo>
                  <a:lnTo>
                    <a:pt x="11677" y="20919"/>
                  </a:lnTo>
                  <a:lnTo>
                    <a:pt x="11677" y="20952"/>
                  </a:lnTo>
                  <a:lnTo>
                    <a:pt x="10242" y="21085"/>
                  </a:lnTo>
                  <a:lnTo>
                    <a:pt x="8808" y="21185"/>
                  </a:lnTo>
                  <a:lnTo>
                    <a:pt x="8808" y="19484"/>
                  </a:lnTo>
                  <a:lnTo>
                    <a:pt x="8841" y="18616"/>
                  </a:lnTo>
                  <a:lnTo>
                    <a:pt x="8908" y="17749"/>
                  </a:lnTo>
                  <a:lnTo>
                    <a:pt x="9208" y="17649"/>
                  </a:lnTo>
                  <a:lnTo>
                    <a:pt x="9508" y="17482"/>
                  </a:lnTo>
                  <a:lnTo>
                    <a:pt x="9809" y="17315"/>
                  </a:lnTo>
                  <a:lnTo>
                    <a:pt x="10076" y="17082"/>
                  </a:lnTo>
                  <a:lnTo>
                    <a:pt x="10276" y="16882"/>
                  </a:lnTo>
                  <a:lnTo>
                    <a:pt x="10476" y="16648"/>
                  </a:lnTo>
                  <a:lnTo>
                    <a:pt x="10676" y="16415"/>
                  </a:lnTo>
                  <a:lnTo>
                    <a:pt x="10810" y="16148"/>
                  </a:lnTo>
                  <a:lnTo>
                    <a:pt x="10943" y="15881"/>
                  </a:lnTo>
                  <a:lnTo>
                    <a:pt x="11043" y="15614"/>
                  </a:lnTo>
                  <a:lnTo>
                    <a:pt x="11076" y="15314"/>
                  </a:lnTo>
                  <a:lnTo>
                    <a:pt x="11076" y="15013"/>
                  </a:lnTo>
                  <a:lnTo>
                    <a:pt x="11043" y="14880"/>
                  </a:lnTo>
                  <a:lnTo>
                    <a:pt x="11010" y="14746"/>
                  </a:lnTo>
                  <a:lnTo>
                    <a:pt x="10943" y="14613"/>
                  </a:lnTo>
                  <a:lnTo>
                    <a:pt x="10876" y="14513"/>
                  </a:lnTo>
                  <a:lnTo>
                    <a:pt x="10676" y="14346"/>
                  </a:lnTo>
                  <a:lnTo>
                    <a:pt x="10443" y="14213"/>
                  </a:lnTo>
                  <a:lnTo>
                    <a:pt x="10209" y="14179"/>
                  </a:lnTo>
                  <a:lnTo>
                    <a:pt x="9942" y="14213"/>
                  </a:lnTo>
                  <a:lnTo>
                    <a:pt x="9675" y="14313"/>
                  </a:lnTo>
                  <a:lnTo>
                    <a:pt x="9442" y="14480"/>
                  </a:lnTo>
                  <a:lnTo>
                    <a:pt x="9308" y="14613"/>
                  </a:lnTo>
                  <a:lnTo>
                    <a:pt x="9208" y="14746"/>
                  </a:lnTo>
                  <a:lnTo>
                    <a:pt x="9041" y="15080"/>
                  </a:lnTo>
                  <a:lnTo>
                    <a:pt x="8908" y="15447"/>
                  </a:lnTo>
                  <a:lnTo>
                    <a:pt x="8808" y="15814"/>
                  </a:lnTo>
                  <a:lnTo>
                    <a:pt x="8641" y="16648"/>
                  </a:lnTo>
                  <a:lnTo>
                    <a:pt x="8508" y="17449"/>
                  </a:lnTo>
                  <a:lnTo>
                    <a:pt x="8107" y="17516"/>
                  </a:lnTo>
                  <a:lnTo>
                    <a:pt x="7673" y="17549"/>
                  </a:lnTo>
                  <a:lnTo>
                    <a:pt x="7240" y="17549"/>
                  </a:lnTo>
                  <a:lnTo>
                    <a:pt x="6839" y="17482"/>
                  </a:lnTo>
                  <a:lnTo>
                    <a:pt x="6673" y="16915"/>
                  </a:lnTo>
                  <a:lnTo>
                    <a:pt x="6472" y="16415"/>
                  </a:lnTo>
                  <a:lnTo>
                    <a:pt x="6339" y="16148"/>
                  </a:lnTo>
                  <a:lnTo>
                    <a:pt x="6172" y="15914"/>
                  </a:lnTo>
                  <a:lnTo>
                    <a:pt x="6005" y="15681"/>
                  </a:lnTo>
                  <a:lnTo>
                    <a:pt x="5805" y="15480"/>
                  </a:lnTo>
                  <a:lnTo>
                    <a:pt x="5605" y="15314"/>
                  </a:lnTo>
                  <a:lnTo>
                    <a:pt x="5338" y="15147"/>
                  </a:lnTo>
                  <a:lnTo>
                    <a:pt x="5071" y="15013"/>
                  </a:lnTo>
                  <a:lnTo>
                    <a:pt x="4771" y="14913"/>
                  </a:lnTo>
                  <a:lnTo>
                    <a:pt x="4471" y="14880"/>
                  </a:lnTo>
                  <a:lnTo>
                    <a:pt x="4337" y="14913"/>
                  </a:lnTo>
                  <a:lnTo>
                    <a:pt x="4204" y="14947"/>
                  </a:lnTo>
                  <a:lnTo>
                    <a:pt x="4104" y="15013"/>
                  </a:lnTo>
                  <a:lnTo>
                    <a:pt x="4004" y="15080"/>
                  </a:lnTo>
                  <a:lnTo>
                    <a:pt x="3904" y="15214"/>
                  </a:lnTo>
                  <a:lnTo>
                    <a:pt x="3837" y="15347"/>
                  </a:lnTo>
                  <a:lnTo>
                    <a:pt x="3803" y="15514"/>
                  </a:lnTo>
                  <a:lnTo>
                    <a:pt x="3770" y="15681"/>
                  </a:lnTo>
                  <a:lnTo>
                    <a:pt x="3803" y="15814"/>
                  </a:lnTo>
                  <a:lnTo>
                    <a:pt x="3837" y="15981"/>
                  </a:lnTo>
                  <a:lnTo>
                    <a:pt x="3870" y="16114"/>
                  </a:lnTo>
                  <a:lnTo>
                    <a:pt x="3970" y="16248"/>
                  </a:lnTo>
                  <a:lnTo>
                    <a:pt x="4170" y="16515"/>
                  </a:lnTo>
                  <a:lnTo>
                    <a:pt x="4404" y="16748"/>
                  </a:lnTo>
                  <a:lnTo>
                    <a:pt x="4671" y="16948"/>
                  </a:lnTo>
                  <a:lnTo>
                    <a:pt x="5205" y="17282"/>
                  </a:lnTo>
                  <a:lnTo>
                    <a:pt x="5505" y="17449"/>
                  </a:lnTo>
                  <a:lnTo>
                    <a:pt x="5839" y="17582"/>
                  </a:lnTo>
                  <a:lnTo>
                    <a:pt x="6139" y="17716"/>
                  </a:lnTo>
                  <a:lnTo>
                    <a:pt x="6472" y="17816"/>
                  </a:lnTo>
                  <a:lnTo>
                    <a:pt x="6573" y="18316"/>
                  </a:lnTo>
                  <a:lnTo>
                    <a:pt x="6639" y="19050"/>
                  </a:lnTo>
                  <a:lnTo>
                    <a:pt x="6673" y="19818"/>
                  </a:lnTo>
                  <a:lnTo>
                    <a:pt x="6673" y="20585"/>
                  </a:lnTo>
                  <a:lnTo>
                    <a:pt x="6606" y="21319"/>
                  </a:lnTo>
                  <a:lnTo>
                    <a:pt x="6606" y="21352"/>
                  </a:lnTo>
                  <a:lnTo>
                    <a:pt x="4104" y="21452"/>
                  </a:lnTo>
                  <a:lnTo>
                    <a:pt x="3703" y="20885"/>
                  </a:lnTo>
                  <a:lnTo>
                    <a:pt x="3303" y="20351"/>
                  </a:lnTo>
                  <a:lnTo>
                    <a:pt x="2936" y="19751"/>
                  </a:lnTo>
                  <a:lnTo>
                    <a:pt x="2602" y="19150"/>
                  </a:lnTo>
                  <a:lnTo>
                    <a:pt x="2269" y="18550"/>
                  </a:lnTo>
                  <a:lnTo>
                    <a:pt x="2002" y="17949"/>
                  </a:lnTo>
                  <a:lnTo>
                    <a:pt x="1702" y="17315"/>
                  </a:lnTo>
                  <a:lnTo>
                    <a:pt x="1468" y="16681"/>
                  </a:lnTo>
                  <a:lnTo>
                    <a:pt x="1235" y="16014"/>
                  </a:lnTo>
                  <a:lnTo>
                    <a:pt x="1068" y="15380"/>
                  </a:lnTo>
                  <a:lnTo>
                    <a:pt x="868" y="14713"/>
                  </a:lnTo>
                  <a:lnTo>
                    <a:pt x="734" y="14046"/>
                  </a:lnTo>
                  <a:lnTo>
                    <a:pt x="601" y="13379"/>
                  </a:lnTo>
                  <a:lnTo>
                    <a:pt x="534" y="12678"/>
                  </a:lnTo>
                  <a:lnTo>
                    <a:pt x="467" y="12011"/>
                  </a:lnTo>
                  <a:lnTo>
                    <a:pt x="434" y="11310"/>
                  </a:lnTo>
                  <a:lnTo>
                    <a:pt x="400" y="10676"/>
                  </a:lnTo>
                  <a:lnTo>
                    <a:pt x="434" y="10009"/>
                  </a:lnTo>
                  <a:lnTo>
                    <a:pt x="467" y="9375"/>
                  </a:lnTo>
                  <a:lnTo>
                    <a:pt x="567" y="8708"/>
                  </a:lnTo>
                  <a:lnTo>
                    <a:pt x="701" y="8074"/>
                  </a:lnTo>
                  <a:lnTo>
                    <a:pt x="901" y="7440"/>
                  </a:lnTo>
                  <a:lnTo>
                    <a:pt x="1134" y="6840"/>
                  </a:lnTo>
                  <a:lnTo>
                    <a:pt x="1468" y="6272"/>
                  </a:lnTo>
                  <a:lnTo>
                    <a:pt x="1768" y="5839"/>
                  </a:lnTo>
                  <a:lnTo>
                    <a:pt x="2135" y="5438"/>
                  </a:lnTo>
                  <a:lnTo>
                    <a:pt x="2536" y="5071"/>
                  </a:lnTo>
                  <a:lnTo>
                    <a:pt x="2936" y="4738"/>
                  </a:lnTo>
                  <a:lnTo>
                    <a:pt x="3370" y="4404"/>
                  </a:lnTo>
                  <a:lnTo>
                    <a:pt x="3837" y="4104"/>
                  </a:lnTo>
                  <a:lnTo>
                    <a:pt x="4704" y="3503"/>
                  </a:lnTo>
                  <a:lnTo>
                    <a:pt x="5538" y="2903"/>
                  </a:lnTo>
                  <a:lnTo>
                    <a:pt x="5939" y="2603"/>
                  </a:lnTo>
                  <a:lnTo>
                    <a:pt x="6306" y="2269"/>
                  </a:lnTo>
                  <a:lnTo>
                    <a:pt x="6673" y="1902"/>
                  </a:lnTo>
                  <a:lnTo>
                    <a:pt x="6973" y="1502"/>
                  </a:lnTo>
                  <a:lnTo>
                    <a:pt x="7240" y="1101"/>
                  </a:lnTo>
                  <a:lnTo>
                    <a:pt x="7473" y="634"/>
                  </a:lnTo>
                  <a:close/>
                  <a:moveTo>
                    <a:pt x="11610" y="22420"/>
                  </a:moveTo>
                  <a:lnTo>
                    <a:pt x="11677" y="22553"/>
                  </a:lnTo>
                  <a:lnTo>
                    <a:pt x="11677" y="22687"/>
                  </a:lnTo>
                  <a:lnTo>
                    <a:pt x="11644" y="22820"/>
                  </a:lnTo>
                  <a:lnTo>
                    <a:pt x="11610" y="22954"/>
                  </a:lnTo>
                  <a:lnTo>
                    <a:pt x="11544" y="23054"/>
                  </a:lnTo>
                  <a:lnTo>
                    <a:pt x="11443" y="23187"/>
                  </a:lnTo>
                  <a:lnTo>
                    <a:pt x="11243" y="23387"/>
                  </a:lnTo>
                  <a:lnTo>
                    <a:pt x="10976" y="23554"/>
                  </a:lnTo>
                  <a:lnTo>
                    <a:pt x="10676" y="23688"/>
                  </a:lnTo>
                  <a:lnTo>
                    <a:pt x="10409" y="23788"/>
                  </a:lnTo>
                  <a:lnTo>
                    <a:pt x="10176" y="23888"/>
                  </a:lnTo>
                  <a:lnTo>
                    <a:pt x="9575" y="24021"/>
                  </a:lnTo>
                  <a:lnTo>
                    <a:pt x="8975" y="24088"/>
                  </a:lnTo>
                  <a:lnTo>
                    <a:pt x="8341" y="24155"/>
                  </a:lnTo>
                  <a:lnTo>
                    <a:pt x="7740" y="24188"/>
                  </a:lnTo>
                  <a:lnTo>
                    <a:pt x="7106" y="24221"/>
                  </a:lnTo>
                  <a:lnTo>
                    <a:pt x="6472" y="24221"/>
                  </a:lnTo>
                  <a:lnTo>
                    <a:pt x="5839" y="24155"/>
                  </a:lnTo>
                  <a:lnTo>
                    <a:pt x="5205" y="24021"/>
                  </a:lnTo>
                  <a:lnTo>
                    <a:pt x="4938" y="23954"/>
                  </a:lnTo>
                  <a:lnTo>
                    <a:pt x="4671" y="23854"/>
                  </a:lnTo>
                  <a:lnTo>
                    <a:pt x="4437" y="23721"/>
                  </a:lnTo>
                  <a:lnTo>
                    <a:pt x="4304" y="23654"/>
                  </a:lnTo>
                  <a:lnTo>
                    <a:pt x="4237" y="23554"/>
                  </a:lnTo>
                  <a:lnTo>
                    <a:pt x="4170" y="23454"/>
                  </a:lnTo>
                  <a:lnTo>
                    <a:pt x="4137" y="23354"/>
                  </a:lnTo>
                  <a:lnTo>
                    <a:pt x="4104" y="23254"/>
                  </a:lnTo>
                  <a:lnTo>
                    <a:pt x="4104" y="23120"/>
                  </a:lnTo>
                  <a:lnTo>
                    <a:pt x="4104" y="23020"/>
                  </a:lnTo>
                  <a:lnTo>
                    <a:pt x="4170" y="22920"/>
                  </a:lnTo>
                  <a:lnTo>
                    <a:pt x="4237" y="22854"/>
                  </a:lnTo>
                  <a:lnTo>
                    <a:pt x="4337" y="22787"/>
                  </a:lnTo>
                  <a:lnTo>
                    <a:pt x="4371" y="22787"/>
                  </a:lnTo>
                  <a:lnTo>
                    <a:pt x="4604" y="22854"/>
                  </a:lnTo>
                  <a:lnTo>
                    <a:pt x="4838" y="22887"/>
                  </a:lnTo>
                  <a:lnTo>
                    <a:pt x="5438" y="22987"/>
                  </a:lnTo>
                  <a:lnTo>
                    <a:pt x="6039" y="23020"/>
                  </a:lnTo>
                  <a:lnTo>
                    <a:pt x="6606" y="22987"/>
                  </a:lnTo>
                  <a:lnTo>
                    <a:pt x="7206" y="22987"/>
                  </a:lnTo>
                  <a:lnTo>
                    <a:pt x="8441" y="22920"/>
                  </a:lnTo>
                  <a:lnTo>
                    <a:pt x="9675" y="22820"/>
                  </a:lnTo>
                  <a:lnTo>
                    <a:pt x="10176" y="22787"/>
                  </a:lnTo>
                  <a:lnTo>
                    <a:pt x="10676" y="22720"/>
                  </a:lnTo>
                  <a:lnTo>
                    <a:pt x="11143" y="22587"/>
                  </a:lnTo>
                  <a:lnTo>
                    <a:pt x="11377" y="22520"/>
                  </a:lnTo>
                  <a:lnTo>
                    <a:pt x="11610" y="22420"/>
                  </a:lnTo>
                  <a:close/>
                  <a:moveTo>
                    <a:pt x="11210" y="23988"/>
                  </a:moveTo>
                  <a:lnTo>
                    <a:pt x="11377" y="24021"/>
                  </a:lnTo>
                  <a:lnTo>
                    <a:pt x="11510" y="24088"/>
                  </a:lnTo>
                  <a:lnTo>
                    <a:pt x="11577" y="24155"/>
                  </a:lnTo>
                  <a:lnTo>
                    <a:pt x="11577" y="24221"/>
                  </a:lnTo>
                  <a:lnTo>
                    <a:pt x="11577" y="24321"/>
                  </a:lnTo>
                  <a:lnTo>
                    <a:pt x="11544" y="24388"/>
                  </a:lnTo>
                  <a:lnTo>
                    <a:pt x="11477" y="24522"/>
                  </a:lnTo>
                  <a:lnTo>
                    <a:pt x="11377" y="24588"/>
                  </a:lnTo>
                  <a:lnTo>
                    <a:pt x="11177" y="24722"/>
                  </a:lnTo>
                  <a:lnTo>
                    <a:pt x="10910" y="24855"/>
                  </a:lnTo>
                  <a:lnTo>
                    <a:pt x="10609" y="24955"/>
                  </a:lnTo>
                  <a:lnTo>
                    <a:pt x="10009" y="25089"/>
                  </a:lnTo>
                  <a:lnTo>
                    <a:pt x="9408" y="25189"/>
                  </a:lnTo>
                  <a:lnTo>
                    <a:pt x="8808" y="25222"/>
                  </a:lnTo>
                  <a:lnTo>
                    <a:pt x="7573" y="25289"/>
                  </a:lnTo>
                  <a:lnTo>
                    <a:pt x="6406" y="25389"/>
                  </a:lnTo>
                  <a:lnTo>
                    <a:pt x="5805" y="25389"/>
                  </a:lnTo>
                  <a:lnTo>
                    <a:pt x="5238" y="25356"/>
                  </a:lnTo>
                  <a:lnTo>
                    <a:pt x="4938" y="25289"/>
                  </a:lnTo>
                  <a:lnTo>
                    <a:pt x="4637" y="25222"/>
                  </a:lnTo>
                  <a:lnTo>
                    <a:pt x="4404" y="25122"/>
                  </a:lnTo>
                  <a:lnTo>
                    <a:pt x="4270" y="25055"/>
                  </a:lnTo>
                  <a:lnTo>
                    <a:pt x="4170" y="24989"/>
                  </a:lnTo>
                  <a:lnTo>
                    <a:pt x="4104" y="24855"/>
                  </a:lnTo>
                  <a:lnTo>
                    <a:pt x="4104" y="24755"/>
                  </a:lnTo>
                  <a:lnTo>
                    <a:pt x="4170" y="24688"/>
                  </a:lnTo>
                  <a:lnTo>
                    <a:pt x="4304" y="24622"/>
                  </a:lnTo>
                  <a:lnTo>
                    <a:pt x="4571" y="24555"/>
                  </a:lnTo>
                  <a:lnTo>
                    <a:pt x="4771" y="24522"/>
                  </a:lnTo>
                  <a:lnTo>
                    <a:pt x="5338" y="24522"/>
                  </a:lnTo>
                  <a:lnTo>
                    <a:pt x="5939" y="24555"/>
                  </a:lnTo>
                  <a:lnTo>
                    <a:pt x="6606" y="24622"/>
                  </a:lnTo>
                  <a:lnTo>
                    <a:pt x="7273" y="24622"/>
                  </a:lnTo>
                  <a:lnTo>
                    <a:pt x="7940" y="24588"/>
                  </a:lnTo>
                  <a:lnTo>
                    <a:pt x="8608" y="24522"/>
                  </a:lnTo>
                  <a:lnTo>
                    <a:pt x="9342" y="24455"/>
                  </a:lnTo>
                  <a:lnTo>
                    <a:pt x="10042" y="24321"/>
                  </a:lnTo>
                  <a:lnTo>
                    <a:pt x="10376" y="24221"/>
                  </a:lnTo>
                  <a:lnTo>
                    <a:pt x="10709" y="24121"/>
                  </a:lnTo>
                  <a:lnTo>
                    <a:pt x="10976" y="24021"/>
                  </a:lnTo>
                  <a:lnTo>
                    <a:pt x="11076" y="23988"/>
                  </a:lnTo>
                  <a:close/>
                  <a:moveTo>
                    <a:pt x="7373" y="0"/>
                  </a:moveTo>
                  <a:lnTo>
                    <a:pt x="7273" y="34"/>
                  </a:lnTo>
                  <a:lnTo>
                    <a:pt x="7240" y="67"/>
                  </a:lnTo>
                  <a:lnTo>
                    <a:pt x="7206" y="134"/>
                  </a:lnTo>
                  <a:lnTo>
                    <a:pt x="7140" y="367"/>
                  </a:lnTo>
                  <a:lnTo>
                    <a:pt x="7040" y="634"/>
                  </a:lnTo>
                  <a:lnTo>
                    <a:pt x="6773" y="1068"/>
                  </a:lnTo>
                  <a:lnTo>
                    <a:pt x="6506" y="1468"/>
                  </a:lnTo>
                  <a:lnTo>
                    <a:pt x="6172" y="1869"/>
                  </a:lnTo>
                  <a:lnTo>
                    <a:pt x="5772" y="2202"/>
                  </a:lnTo>
                  <a:lnTo>
                    <a:pt x="5371" y="2536"/>
                  </a:lnTo>
                  <a:lnTo>
                    <a:pt x="4537" y="3136"/>
                  </a:lnTo>
                  <a:lnTo>
                    <a:pt x="3637" y="3737"/>
                  </a:lnTo>
                  <a:lnTo>
                    <a:pt x="2769" y="4337"/>
                  </a:lnTo>
                  <a:lnTo>
                    <a:pt x="2369" y="4704"/>
                  </a:lnTo>
                  <a:lnTo>
                    <a:pt x="1968" y="5038"/>
                  </a:lnTo>
                  <a:lnTo>
                    <a:pt x="1601" y="5438"/>
                  </a:lnTo>
                  <a:lnTo>
                    <a:pt x="1268" y="5872"/>
                  </a:lnTo>
                  <a:lnTo>
                    <a:pt x="901" y="6439"/>
                  </a:lnTo>
                  <a:lnTo>
                    <a:pt x="634" y="7006"/>
                  </a:lnTo>
                  <a:lnTo>
                    <a:pt x="400" y="7640"/>
                  </a:lnTo>
                  <a:lnTo>
                    <a:pt x="234" y="8274"/>
                  </a:lnTo>
                  <a:lnTo>
                    <a:pt x="134" y="8908"/>
                  </a:lnTo>
                  <a:lnTo>
                    <a:pt x="67" y="9542"/>
                  </a:lnTo>
                  <a:lnTo>
                    <a:pt x="0" y="10209"/>
                  </a:lnTo>
                  <a:lnTo>
                    <a:pt x="0" y="10843"/>
                  </a:lnTo>
                  <a:lnTo>
                    <a:pt x="33" y="11544"/>
                  </a:lnTo>
                  <a:lnTo>
                    <a:pt x="67" y="12244"/>
                  </a:lnTo>
                  <a:lnTo>
                    <a:pt x="134" y="12912"/>
                  </a:lnTo>
                  <a:lnTo>
                    <a:pt x="234" y="13612"/>
                  </a:lnTo>
                  <a:lnTo>
                    <a:pt x="367" y="14279"/>
                  </a:lnTo>
                  <a:lnTo>
                    <a:pt x="534" y="14947"/>
                  </a:lnTo>
                  <a:lnTo>
                    <a:pt x="701" y="15614"/>
                  </a:lnTo>
                  <a:lnTo>
                    <a:pt x="901" y="16281"/>
                  </a:lnTo>
                  <a:lnTo>
                    <a:pt x="1168" y="16982"/>
                  </a:lnTo>
                  <a:lnTo>
                    <a:pt x="1435" y="17682"/>
                  </a:lnTo>
                  <a:lnTo>
                    <a:pt x="1768" y="18383"/>
                  </a:lnTo>
                  <a:lnTo>
                    <a:pt x="2102" y="19084"/>
                  </a:lnTo>
                  <a:lnTo>
                    <a:pt x="2469" y="19717"/>
                  </a:lnTo>
                  <a:lnTo>
                    <a:pt x="2869" y="20385"/>
                  </a:lnTo>
                  <a:lnTo>
                    <a:pt x="3270" y="21019"/>
                  </a:lnTo>
                  <a:lnTo>
                    <a:pt x="3737" y="21619"/>
                  </a:lnTo>
                  <a:lnTo>
                    <a:pt x="3637" y="21686"/>
                  </a:lnTo>
                  <a:lnTo>
                    <a:pt x="3603" y="21753"/>
                  </a:lnTo>
                  <a:lnTo>
                    <a:pt x="3603" y="21819"/>
                  </a:lnTo>
                  <a:lnTo>
                    <a:pt x="3603" y="22053"/>
                  </a:lnTo>
                  <a:lnTo>
                    <a:pt x="3670" y="22253"/>
                  </a:lnTo>
                  <a:lnTo>
                    <a:pt x="3803" y="22420"/>
                  </a:lnTo>
                  <a:lnTo>
                    <a:pt x="3937" y="22553"/>
                  </a:lnTo>
                  <a:lnTo>
                    <a:pt x="3837" y="22687"/>
                  </a:lnTo>
                  <a:lnTo>
                    <a:pt x="3770" y="22820"/>
                  </a:lnTo>
                  <a:lnTo>
                    <a:pt x="3703" y="22987"/>
                  </a:lnTo>
                  <a:lnTo>
                    <a:pt x="3703" y="23154"/>
                  </a:lnTo>
                  <a:lnTo>
                    <a:pt x="3703" y="23321"/>
                  </a:lnTo>
                  <a:lnTo>
                    <a:pt x="3737" y="23487"/>
                  </a:lnTo>
                  <a:lnTo>
                    <a:pt x="3803" y="23621"/>
                  </a:lnTo>
                  <a:lnTo>
                    <a:pt x="3904" y="23788"/>
                  </a:lnTo>
                  <a:lnTo>
                    <a:pt x="4104" y="23988"/>
                  </a:lnTo>
                  <a:lnTo>
                    <a:pt x="4337" y="24155"/>
                  </a:lnTo>
                  <a:lnTo>
                    <a:pt x="4137" y="24221"/>
                  </a:lnTo>
                  <a:lnTo>
                    <a:pt x="3937" y="24355"/>
                  </a:lnTo>
                  <a:lnTo>
                    <a:pt x="3803" y="24555"/>
                  </a:lnTo>
                  <a:lnTo>
                    <a:pt x="3737" y="24755"/>
                  </a:lnTo>
                  <a:lnTo>
                    <a:pt x="3737" y="24855"/>
                  </a:lnTo>
                  <a:lnTo>
                    <a:pt x="3737" y="24989"/>
                  </a:lnTo>
                  <a:lnTo>
                    <a:pt x="3770" y="25089"/>
                  </a:lnTo>
                  <a:lnTo>
                    <a:pt x="3837" y="25189"/>
                  </a:lnTo>
                  <a:lnTo>
                    <a:pt x="3937" y="25289"/>
                  </a:lnTo>
                  <a:lnTo>
                    <a:pt x="4037" y="25389"/>
                  </a:lnTo>
                  <a:lnTo>
                    <a:pt x="4270" y="25523"/>
                  </a:lnTo>
                  <a:lnTo>
                    <a:pt x="4537" y="25623"/>
                  </a:lnTo>
                  <a:lnTo>
                    <a:pt x="4804" y="25689"/>
                  </a:lnTo>
                  <a:lnTo>
                    <a:pt x="5238" y="25756"/>
                  </a:lnTo>
                  <a:lnTo>
                    <a:pt x="5705" y="25789"/>
                  </a:lnTo>
                  <a:lnTo>
                    <a:pt x="5738" y="25956"/>
                  </a:lnTo>
                  <a:lnTo>
                    <a:pt x="5805" y="26123"/>
                  </a:lnTo>
                  <a:lnTo>
                    <a:pt x="5872" y="26290"/>
                  </a:lnTo>
                  <a:lnTo>
                    <a:pt x="6005" y="26423"/>
                  </a:lnTo>
                  <a:lnTo>
                    <a:pt x="6139" y="26557"/>
                  </a:lnTo>
                  <a:lnTo>
                    <a:pt x="6272" y="26657"/>
                  </a:lnTo>
                  <a:lnTo>
                    <a:pt x="6639" y="26857"/>
                  </a:lnTo>
                  <a:lnTo>
                    <a:pt x="7006" y="26990"/>
                  </a:lnTo>
                  <a:lnTo>
                    <a:pt x="7407" y="27091"/>
                  </a:lnTo>
                  <a:lnTo>
                    <a:pt x="7807" y="27157"/>
                  </a:lnTo>
                  <a:lnTo>
                    <a:pt x="8141" y="27157"/>
                  </a:lnTo>
                  <a:lnTo>
                    <a:pt x="8541" y="27124"/>
                  </a:lnTo>
                  <a:lnTo>
                    <a:pt x="8975" y="27057"/>
                  </a:lnTo>
                  <a:lnTo>
                    <a:pt x="9342" y="26890"/>
                  </a:lnTo>
                  <a:lnTo>
                    <a:pt x="9542" y="26790"/>
                  </a:lnTo>
                  <a:lnTo>
                    <a:pt x="9709" y="26690"/>
                  </a:lnTo>
                  <a:lnTo>
                    <a:pt x="9975" y="26423"/>
                  </a:lnTo>
                  <a:lnTo>
                    <a:pt x="10176" y="26123"/>
                  </a:lnTo>
                  <a:lnTo>
                    <a:pt x="10342" y="25789"/>
                  </a:lnTo>
                  <a:lnTo>
                    <a:pt x="10443" y="25422"/>
                  </a:lnTo>
                  <a:lnTo>
                    <a:pt x="10943" y="25256"/>
                  </a:lnTo>
                  <a:lnTo>
                    <a:pt x="11210" y="25156"/>
                  </a:lnTo>
                  <a:lnTo>
                    <a:pt x="11443" y="25055"/>
                  </a:lnTo>
                  <a:lnTo>
                    <a:pt x="11677" y="24889"/>
                  </a:lnTo>
                  <a:lnTo>
                    <a:pt x="11844" y="24688"/>
                  </a:lnTo>
                  <a:lnTo>
                    <a:pt x="11911" y="24555"/>
                  </a:lnTo>
                  <a:lnTo>
                    <a:pt x="11977" y="24455"/>
                  </a:lnTo>
                  <a:lnTo>
                    <a:pt x="11977" y="24288"/>
                  </a:lnTo>
                  <a:lnTo>
                    <a:pt x="11977" y="24155"/>
                  </a:lnTo>
                  <a:lnTo>
                    <a:pt x="11911" y="23988"/>
                  </a:lnTo>
                  <a:lnTo>
                    <a:pt x="11810" y="23821"/>
                  </a:lnTo>
                  <a:lnTo>
                    <a:pt x="11677" y="23721"/>
                  </a:lnTo>
                  <a:lnTo>
                    <a:pt x="11510" y="23654"/>
                  </a:lnTo>
                  <a:lnTo>
                    <a:pt x="11677" y="23521"/>
                  </a:lnTo>
                  <a:lnTo>
                    <a:pt x="11810" y="23354"/>
                  </a:lnTo>
                  <a:lnTo>
                    <a:pt x="11911" y="23187"/>
                  </a:lnTo>
                  <a:lnTo>
                    <a:pt x="12011" y="22987"/>
                  </a:lnTo>
                  <a:lnTo>
                    <a:pt x="12044" y="22820"/>
                  </a:lnTo>
                  <a:lnTo>
                    <a:pt x="12077" y="22620"/>
                  </a:lnTo>
                  <a:lnTo>
                    <a:pt x="12044" y="22420"/>
                  </a:lnTo>
                  <a:lnTo>
                    <a:pt x="11977" y="22220"/>
                  </a:lnTo>
                  <a:lnTo>
                    <a:pt x="12111" y="22086"/>
                  </a:lnTo>
                  <a:lnTo>
                    <a:pt x="12211" y="21953"/>
                  </a:lnTo>
                  <a:lnTo>
                    <a:pt x="12277" y="21819"/>
                  </a:lnTo>
                  <a:lnTo>
                    <a:pt x="12344" y="21652"/>
                  </a:lnTo>
                  <a:lnTo>
                    <a:pt x="12344" y="21452"/>
                  </a:lnTo>
                  <a:lnTo>
                    <a:pt x="12311" y="21252"/>
                  </a:lnTo>
                  <a:lnTo>
                    <a:pt x="12244" y="21085"/>
                  </a:lnTo>
                  <a:lnTo>
                    <a:pt x="12111" y="20952"/>
                  </a:lnTo>
                  <a:lnTo>
                    <a:pt x="12644" y="19617"/>
                  </a:lnTo>
                  <a:lnTo>
                    <a:pt x="13178" y="18250"/>
                  </a:lnTo>
                  <a:lnTo>
                    <a:pt x="13612" y="16848"/>
                  </a:lnTo>
                  <a:lnTo>
                    <a:pt x="14046" y="15447"/>
                  </a:lnTo>
                  <a:lnTo>
                    <a:pt x="14413" y="14046"/>
                  </a:lnTo>
                  <a:lnTo>
                    <a:pt x="14746" y="12611"/>
                  </a:lnTo>
                  <a:lnTo>
                    <a:pt x="15013" y="11177"/>
                  </a:lnTo>
                  <a:lnTo>
                    <a:pt x="15247" y="9742"/>
                  </a:lnTo>
                  <a:lnTo>
                    <a:pt x="15280" y="9142"/>
                  </a:lnTo>
                  <a:lnTo>
                    <a:pt x="15313" y="8508"/>
                  </a:lnTo>
                  <a:lnTo>
                    <a:pt x="15280" y="7907"/>
                  </a:lnTo>
                  <a:lnTo>
                    <a:pt x="15213" y="7340"/>
                  </a:lnTo>
                  <a:lnTo>
                    <a:pt x="15047" y="6739"/>
                  </a:lnTo>
                  <a:lnTo>
                    <a:pt x="14846" y="6206"/>
                  </a:lnTo>
                  <a:lnTo>
                    <a:pt x="14713" y="5939"/>
                  </a:lnTo>
                  <a:lnTo>
                    <a:pt x="14546" y="5672"/>
                  </a:lnTo>
                  <a:lnTo>
                    <a:pt x="14379" y="5405"/>
                  </a:lnTo>
                  <a:lnTo>
                    <a:pt x="14179" y="5171"/>
                  </a:lnTo>
                  <a:lnTo>
                    <a:pt x="13846" y="4804"/>
                  </a:lnTo>
                  <a:lnTo>
                    <a:pt x="13512" y="4471"/>
                  </a:lnTo>
                  <a:lnTo>
                    <a:pt x="13112" y="4171"/>
                  </a:lnTo>
                  <a:lnTo>
                    <a:pt x="12711" y="3870"/>
                  </a:lnTo>
                  <a:lnTo>
                    <a:pt x="11877" y="3370"/>
                  </a:lnTo>
                  <a:lnTo>
                    <a:pt x="11043" y="2869"/>
                  </a:lnTo>
                  <a:lnTo>
                    <a:pt x="10076" y="2302"/>
                  </a:lnTo>
                  <a:lnTo>
                    <a:pt x="9575" y="2002"/>
                  </a:lnTo>
                  <a:lnTo>
                    <a:pt x="9108" y="1702"/>
                  </a:lnTo>
                  <a:lnTo>
                    <a:pt x="8674" y="1335"/>
                  </a:lnTo>
                  <a:lnTo>
                    <a:pt x="8274" y="968"/>
                  </a:lnTo>
                  <a:lnTo>
                    <a:pt x="7907" y="567"/>
                  </a:lnTo>
                  <a:lnTo>
                    <a:pt x="7573" y="100"/>
                  </a:lnTo>
                  <a:lnTo>
                    <a:pt x="747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9"/>
            <p:cNvSpPr/>
            <p:nvPr/>
          </p:nvSpPr>
          <p:spPr>
            <a:xfrm>
              <a:off x="1683550" y="2336600"/>
              <a:ext cx="50900" cy="32550"/>
            </a:xfrm>
            <a:custGeom>
              <a:rect b="b" l="l" r="r" t="t"/>
              <a:pathLst>
                <a:path extrusionOk="0" h="1302" w="2036">
                  <a:moveTo>
                    <a:pt x="167" y="1"/>
                  </a:moveTo>
                  <a:lnTo>
                    <a:pt x="100" y="34"/>
                  </a:lnTo>
                  <a:lnTo>
                    <a:pt x="34" y="101"/>
                  </a:lnTo>
                  <a:lnTo>
                    <a:pt x="0" y="201"/>
                  </a:lnTo>
                  <a:lnTo>
                    <a:pt x="0" y="301"/>
                  </a:lnTo>
                  <a:lnTo>
                    <a:pt x="34" y="368"/>
                  </a:lnTo>
                  <a:lnTo>
                    <a:pt x="100" y="434"/>
                  </a:lnTo>
                  <a:lnTo>
                    <a:pt x="1668" y="1268"/>
                  </a:lnTo>
                  <a:lnTo>
                    <a:pt x="1768" y="1302"/>
                  </a:lnTo>
                  <a:lnTo>
                    <a:pt x="1869" y="1302"/>
                  </a:lnTo>
                  <a:lnTo>
                    <a:pt x="1935" y="1268"/>
                  </a:lnTo>
                  <a:lnTo>
                    <a:pt x="2002" y="1202"/>
                  </a:lnTo>
                  <a:lnTo>
                    <a:pt x="2035" y="1102"/>
                  </a:lnTo>
                  <a:lnTo>
                    <a:pt x="2035" y="1002"/>
                  </a:lnTo>
                  <a:lnTo>
                    <a:pt x="2002" y="935"/>
                  </a:lnTo>
                  <a:lnTo>
                    <a:pt x="1935" y="868"/>
                  </a:lnTo>
                  <a:lnTo>
                    <a:pt x="334" y="34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9"/>
            <p:cNvSpPr/>
            <p:nvPr/>
          </p:nvSpPr>
          <p:spPr>
            <a:xfrm>
              <a:off x="1716075" y="2259875"/>
              <a:ext cx="45900" cy="72575"/>
            </a:xfrm>
            <a:custGeom>
              <a:rect b="b" l="l" r="r" t="t"/>
              <a:pathLst>
                <a:path extrusionOk="0" h="2903" w="1836">
                  <a:moveTo>
                    <a:pt x="201" y="0"/>
                  </a:moveTo>
                  <a:lnTo>
                    <a:pt x="134" y="34"/>
                  </a:lnTo>
                  <a:lnTo>
                    <a:pt x="67" y="67"/>
                  </a:lnTo>
                  <a:lnTo>
                    <a:pt x="0" y="134"/>
                  </a:lnTo>
                  <a:lnTo>
                    <a:pt x="0" y="234"/>
                  </a:lnTo>
                  <a:lnTo>
                    <a:pt x="34" y="334"/>
                  </a:lnTo>
                  <a:lnTo>
                    <a:pt x="401" y="934"/>
                  </a:lnTo>
                  <a:lnTo>
                    <a:pt x="768" y="1535"/>
                  </a:lnTo>
                  <a:lnTo>
                    <a:pt x="1101" y="2169"/>
                  </a:lnTo>
                  <a:lnTo>
                    <a:pt x="1402" y="2803"/>
                  </a:lnTo>
                  <a:lnTo>
                    <a:pt x="1468" y="2869"/>
                  </a:lnTo>
                  <a:lnTo>
                    <a:pt x="1535" y="2903"/>
                  </a:lnTo>
                  <a:lnTo>
                    <a:pt x="1702" y="2903"/>
                  </a:lnTo>
                  <a:lnTo>
                    <a:pt x="1802" y="2836"/>
                  </a:lnTo>
                  <a:lnTo>
                    <a:pt x="1835" y="2736"/>
                  </a:lnTo>
                  <a:lnTo>
                    <a:pt x="1835" y="2669"/>
                  </a:lnTo>
                  <a:lnTo>
                    <a:pt x="1802" y="2569"/>
                  </a:lnTo>
                  <a:lnTo>
                    <a:pt x="1502" y="1935"/>
                  </a:lnTo>
                  <a:lnTo>
                    <a:pt x="1168" y="1301"/>
                  </a:lnTo>
                  <a:lnTo>
                    <a:pt x="834" y="701"/>
                  </a:lnTo>
                  <a:lnTo>
                    <a:pt x="434" y="100"/>
                  </a:lnTo>
                  <a:lnTo>
                    <a:pt x="367" y="34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9"/>
            <p:cNvSpPr/>
            <p:nvPr/>
          </p:nvSpPr>
          <p:spPr>
            <a:xfrm>
              <a:off x="1791150" y="2231500"/>
              <a:ext cx="17525" cy="76775"/>
            </a:xfrm>
            <a:custGeom>
              <a:rect b="b" l="l" r="r" t="t"/>
              <a:pathLst>
                <a:path extrusionOk="0" h="3071" w="701">
                  <a:moveTo>
                    <a:pt x="267" y="1"/>
                  </a:moveTo>
                  <a:lnTo>
                    <a:pt x="167" y="34"/>
                  </a:lnTo>
                  <a:lnTo>
                    <a:pt x="67" y="68"/>
                  </a:lnTo>
                  <a:lnTo>
                    <a:pt x="33" y="134"/>
                  </a:lnTo>
                  <a:lnTo>
                    <a:pt x="0" y="201"/>
                  </a:lnTo>
                  <a:lnTo>
                    <a:pt x="0" y="301"/>
                  </a:lnTo>
                  <a:lnTo>
                    <a:pt x="100" y="935"/>
                  </a:lnTo>
                  <a:lnTo>
                    <a:pt x="167" y="1569"/>
                  </a:lnTo>
                  <a:lnTo>
                    <a:pt x="234" y="2203"/>
                  </a:lnTo>
                  <a:lnTo>
                    <a:pt x="234" y="2870"/>
                  </a:lnTo>
                  <a:lnTo>
                    <a:pt x="267" y="2937"/>
                  </a:lnTo>
                  <a:lnTo>
                    <a:pt x="300" y="3037"/>
                  </a:lnTo>
                  <a:lnTo>
                    <a:pt x="400" y="3070"/>
                  </a:lnTo>
                  <a:lnTo>
                    <a:pt x="567" y="3070"/>
                  </a:lnTo>
                  <a:lnTo>
                    <a:pt x="634" y="3037"/>
                  </a:lnTo>
                  <a:lnTo>
                    <a:pt x="701" y="2937"/>
                  </a:lnTo>
                  <a:lnTo>
                    <a:pt x="701" y="2870"/>
                  </a:lnTo>
                  <a:lnTo>
                    <a:pt x="667" y="2170"/>
                  </a:lnTo>
                  <a:lnTo>
                    <a:pt x="634" y="1502"/>
                  </a:lnTo>
                  <a:lnTo>
                    <a:pt x="567" y="835"/>
                  </a:lnTo>
                  <a:lnTo>
                    <a:pt x="467" y="168"/>
                  </a:lnTo>
                  <a:lnTo>
                    <a:pt x="400" y="101"/>
                  </a:lnTo>
                  <a:lnTo>
                    <a:pt x="334" y="34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9"/>
            <p:cNvSpPr/>
            <p:nvPr/>
          </p:nvSpPr>
          <p:spPr>
            <a:xfrm>
              <a:off x="1844525" y="2254875"/>
              <a:ext cx="21700" cy="52550"/>
            </a:xfrm>
            <a:custGeom>
              <a:rect b="b" l="l" r="r" t="t"/>
              <a:pathLst>
                <a:path extrusionOk="0" h="2102" w="868">
                  <a:moveTo>
                    <a:pt x="601" y="0"/>
                  </a:moveTo>
                  <a:lnTo>
                    <a:pt x="534" y="33"/>
                  </a:lnTo>
                  <a:lnTo>
                    <a:pt x="467" y="67"/>
                  </a:lnTo>
                  <a:lnTo>
                    <a:pt x="401" y="167"/>
                  </a:lnTo>
                  <a:lnTo>
                    <a:pt x="0" y="1802"/>
                  </a:lnTo>
                  <a:lnTo>
                    <a:pt x="0" y="1902"/>
                  </a:lnTo>
                  <a:lnTo>
                    <a:pt x="0" y="1968"/>
                  </a:lnTo>
                  <a:lnTo>
                    <a:pt x="67" y="2035"/>
                  </a:lnTo>
                  <a:lnTo>
                    <a:pt x="167" y="2069"/>
                  </a:lnTo>
                  <a:lnTo>
                    <a:pt x="234" y="2102"/>
                  </a:lnTo>
                  <a:lnTo>
                    <a:pt x="334" y="2069"/>
                  </a:lnTo>
                  <a:lnTo>
                    <a:pt x="401" y="2002"/>
                  </a:lnTo>
                  <a:lnTo>
                    <a:pt x="434" y="1935"/>
                  </a:lnTo>
                  <a:lnTo>
                    <a:pt x="868" y="267"/>
                  </a:lnTo>
                  <a:lnTo>
                    <a:pt x="868" y="200"/>
                  </a:lnTo>
                  <a:lnTo>
                    <a:pt x="834" y="100"/>
                  </a:lnTo>
                  <a:lnTo>
                    <a:pt x="801" y="33"/>
                  </a:lnTo>
                  <a:lnTo>
                    <a:pt x="7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9"/>
            <p:cNvSpPr/>
            <p:nvPr/>
          </p:nvSpPr>
          <p:spPr>
            <a:xfrm>
              <a:off x="1872875" y="2324100"/>
              <a:ext cx="31725" cy="26700"/>
            </a:xfrm>
            <a:custGeom>
              <a:rect b="b" l="l" r="r" t="t"/>
              <a:pathLst>
                <a:path extrusionOk="0" h="1068" w="1269">
                  <a:moveTo>
                    <a:pt x="1035" y="0"/>
                  </a:moveTo>
                  <a:lnTo>
                    <a:pt x="935" y="34"/>
                  </a:lnTo>
                  <a:lnTo>
                    <a:pt x="868" y="67"/>
                  </a:lnTo>
                  <a:lnTo>
                    <a:pt x="668" y="234"/>
                  </a:lnTo>
                  <a:lnTo>
                    <a:pt x="601" y="300"/>
                  </a:lnTo>
                  <a:lnTo>
                    <a:pt x="534" y="367"/>
                  </a:lnTo>
                  <a:lnTo>
                    <a:pt x="101" y="634"/>
                  </a:lnTo>
                  <a:lnTo>
                    <a:pt x="34" y="701"/>
                  </a:lnTo>
                  <a:lnTo>
                    <a:pt x="1" y="801"/>
                  </a:lnTo>
                  <a:lnTo>
                    <a:pt x="1" y="868"/>
                  </a:lnTo>
                  <a:lnTo>
                    <a:pt x="34" y="968"/>
                  </a:lnTo>
                  <a:lnTo>
                    <a:pt x="101" y="1034"/>
                  </a:lnTo>
                  <a:lnTo>
                    <a:pt x="167" y="1068"/>
                  </a:lnTo>
                  <a:lnTo>
                    <a:pt x="267" y="1068"/>
                  </a:lnTo>
                  <a:lnTo>
                    <a:pt x="368" y="1034"/>
                  </a:lnTo>
                  <a:lnTo>
                    <a:pt x="801" y="734"/>
                  </a:lnTo>
                  <a:lnTo>
                    <a:pt x="1202" y="401"/>
                  </a:lnTo>
                  <a:lnTo>
                    <a:pt x="1235" y="334"/>
                  </a:lnTo>
                  <a:lnTo>
                    <a:pt x="1268" y="234"/>
                  </a:lnTo>
                  <a:lnTo>
                    <a:pt x="1235" y="167"/>
                  </a:lnTo>
                  <a:lnTo>
                    <a:pt x="1202" y="67"/>
                  </a:lnTo>
                  <a:lnTo>
                    <a:pt x="1102" y="34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5" name="Google Shape;295;p29"/>
          <p:cNvSpPr txBox="1"/>
          <p:nvPr>
            <p:ph idx="2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Numerical Optimization</a:t>
            </a:r>
            <a:endParaRPr/>
          </a:p>
        </p:txBody>
      </p:sp>
      <p:sp>
        <p:nvSpPr>
          <p:cNvPr id="296" name="Google Shape;296;p29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/>
          <p:nvPr/>
        </p:nvSpPr>
        <p:spPr>
          <a:xfrm>
            <a:off x="5008850" y="1617525"/>
            <a:ext cx="2490900" cy="214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0"/>
          <p:cNvSpPr txBox="1"/>
          <p:nvPr>
            <p:ph idx="1" type="subTitle"/>
          </p:nvPr>
        </p:nvSpPr>
        <p:spPr>
          <a:xfrm>
            <a:off x="720000" y="1357475"/>
            <a:ext cx="38379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The goal of this project is to create an application that helps a household reduce electricity cost by choosing the best operating time for appliances. </a:t>
            </a:r>
            <a:endParaRPr/>
          </a:p>
        </p:txBody>
      </p:sp>
      <p:sp>
        <p:nvSpPr>
          <p:cNvPr id="303" name="Google Shape;303;p30"/>
          <p:cNvSpPr txBox="1"/>
          <p:nvPr>
            <p:ph idx="2" type="title"/>
          </p:nvPr>
        </p:nvSpPr>
        <p:spPr>
          <a:xfrm>
            <a:off x="720000" y="725788"/>
            <a:ext cx="568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Project Goal </a:t>
            </a:r>
            <a:endParaRPr/>
          </a:p>
        </p:txBody>
      </p:sp>
      <p:sp>
        <p:nvSpPr>
          <p:cNvPr id="304" name="Google Shape;304;p30"/>
          <p:cNvSpPr txBox="1"/>
          <p:nvPr>
            <p:ph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Numerical Optimization</a:t>
            </a:r>
            <a:endParaRPr/>
          </a:p>
        </p:txBody>
      </p:sp>
      <p:sp>
        <p:nvSpPr>
          <p:cNvPr id="305" name="Google Shape;305;p30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"/>
              </a:spcAft>
              <a:buNone/>
            </a:pPr>
            <a:fld id="{00000000-1234-1234-1234-123412341234}" type="slidenum">
              <a:rPr b="1" lang="en" sz="1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b="1" sz="10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06" name="Google Shape;306;p30"/>
          <p:cNvSpPr txBox="1"/>
          <p:nvPr>
            <p:ph idx="4294967295" type="title"/>
          </p:nvPr>
        </p:nvSpPr>
        <p:spPr>
          <a:xfrm>
            <a:off x="1489500" y="2845225"/>
            <a:ext cx="2134800" cy="432000"/>
          </a:xfrm>
          <a:prstGeom prst="rect">
            <a:avLst/>
          </a:prstGeom>
        </p:spPr>
        <p:txBody>
          <a:bodyPr anchorCtr="0" anchor="t" bIns="91425" lIns="3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 sz="1200"/>
              <a:t>electricity prices during the day </a:t>
            </a:r>
            <a:endParaRPr sz="1200"/>
          </a:p>
        </p:txBody>
      </p:sp>
      <p:sp>
        <p:nvSpPr>
          <p:cNvPr id="307" name="Google Shape;307;p30"/>
          <p:cNvSpPr/>
          <p:nvPr/>
        </p:nvSpPr>
        <p:spPr>
          <a:xfrm>
            <a:off x="1049200" y="2955419"/>
            <a:ext cx="241200" cy="2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0"/>
          <p:cNvSpPr/>
          <p:nvPr/>
        </p:nvSpPr>
        <p:spPr>
          <a:xfrm>
            <a:off x="1049200" y="3495638"/>
            <a:ext cx="241200" cy="24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0"/>
          <p:cNvSpPr txBox="1"/>
          <p:nvPr>
            <p:ph idx="4294967295" type="title"/>
          </p:nvPr>
        </p:nvSpPr>
        <p:spPr>
          <a:xfrm>
            <a:off x="1489494" y="3925659"/>
            <a:ext cx="2061000" cy="432000"/>
          </a:xfrm>
          <a:prstGeom prst="rect">
            <a:avLst/>
          </a:prstGeom>
        </p:spPr>
        <p:txBody>
          <a:bodyPr anchorCtr="0" anchor="t" bIns="91425" lIns="3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allowed working time and household power limit </a:t>
            </a:r>
            <a:endParaRPr sz="1300"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"/>
              </a:spcBef>
              <a:spcAft>
                <a:spcPts val="1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10" name="Google Shape;310;p30"/>
          <p:cNvSpPr/>
          <p:nvPr/>
        </p:nvSpPr>
        <p:spPr>
          <a:xfrm>
            <a:off x="1049200" y="4035857"/>
            <a:ext cx="241200" cy="24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0"/>
          <p:cNvSpPr txBox="1"/>
          <p:nvPr>
            <p:ph idx="4294967295" type="title"/>
          </p:nvPr>
        </p:nvSpPr>
        <p:spPr>
          <a:xfrm>
            <a:off x="1489494" y="3385443"/>
            <a:ext cx="2061000" cy="432000"/>
          </a:xfrm>
          <a:prstGeom prst="rect">
            <a:avLst/>
          </a:prstGeom>
        </p:spPr>
        <p:txBody>
          <a:bodyPr anchorCtr="0" anchor="t" bIns="91425" lIns="3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 sz="1300"/>
              <a:t>appliance energy consumption </a:t>
            </a:r>
            <a:endParaRPr sz="1300"/>
          </a:p>
        </p:txBody>
      </p:sp>
      <p:grpSp>
        <p:nvGrpSpPr>
          <p:cNvPr id="312" name="Google Shape;312;p30"/>
          <p:cNvGrpSpPr/>
          <p:nvPr/>
        </p:nvGrpSpPr>
        <p:grpSpPr>
          <a:xfrm>
            <a:off x="4227850" y="1177400"/>
            <a:ext cx="4052900" cy="3185325"/>
            <a:chOff x="3953675" y="1065875"/>
            <a:chExt cx="4052900" cy="3185325"/>
          </a:xfrm>
        </p:grpSpPr>
        <p:grpSp>
          <p:nvGrpSpPr>
            <p:cNvPr id="313" name="Google Shape;313;p30"/>
            <p:cNvGrpSpPr/>
            <p:nvPr/>
          </p:nvGrpSpPr>
          <p:grpSpPr>
            <a:xfrm>
              <a:off x="4660125" y="1065875"/>
              <a:ext cx="1375800" cy="1375800"/>
              <a:chOff x="4660125" y="1065875"/>
              <a:chExt cx="1375800" cy="1375800"/>
            </a:xfrm>
          </p:grpSpPr>
          <p:sp>
            <p:nvSpPr>
              <p:cNvPr id="314" name="Google Shape;314;p30"/>
              <p:cNvSpPr/>
              <p:nvPr/>
            </p:nvSpPr>
            <p:spPr>
              <a:xfrm>
                <a:off x="4660125" y="1065875"/>
                <a:ext cx="1375800" cy="1375800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30"/>
              <p:cNvSpPr/>
              <p:nvPr/>
            </p:nvSpPr>
            <p:spPr>
              <a:xfrm>
                <a:off x="4846050" y="1251800"/>
                <a:ext cx="1004100" cy="1004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30"/>
              <p:cNvSpPr/>
              <p:nvPr/>
            </p:nvSpPr>
            <p:spPr>
              <a:xfrm>
                <a:off x="5142759" y="1508855"/>
                <a:ext cx="410689" cy="411797"/>
              </a:xfrm>
              <a:custGeom>
                <a:rect b="b" l="l" r="r" t="t"/>
                <a:pathLst>
                  <a:path extrusionOk="0" h="11846" w="11815">
                    <a:moveTo>
                      <a:pt x="5829" y="693"/>
                    </a:moveTo>
                    <a:cubicBezTo>
                      <a:pt x="6238" y="693"/>
                      <a:pt x="6553" y="1008"/>
                      <a:pt x="6553" y="1418"/>
                    </a:cubicBezTo>
                    <a:cubicBezTo>
                      <a:pt x="6553" y="1796"/>
                      <a:pt x="6238" y="2111"/>
                      <a:pt x="5829" y="2111"/>
                    </a:cubicBezTo>
                    <a:cubicBezTo>
                      <a:pt x="5451" y="2111"/>
                      <a:pt x="5136" y="1796"/>
                      <a:pt x="5136" y="1418"/>
                    </a:cubicBezTo>
                    <a:cubicBezTo>
                      <a:pt x="5136" y="1008"/>
                      <a:pt x="5482" y="693"/>
                      <a:pt x="5829" y="693"/>
                    </a:cubicBezTo>
                    <a:close/>
                    <a:moveTo>
                      <a:pt x="5829" y="2773"/>
                    </a:moveTo>
                    <a:cubicBezTo>
                      <a:pt x="6774" y="2773"/>
                      <a:pt x="7562" y="3560"/>
                      <a:pt x="7562" y="4568"/>
                    </a:cubicBezTo>
                    <a:lnTo>
                      <a:pt x="7562" y="4915"/>
                    </a:lnTo>
                    <a:lnTo>
                      <a:pt x="4096" y="4915"/>
                    </a:lnTo>
                    <a:lnTo>
                      <a:pt x="4096" y="4568"/>
                    </a:lnTo>
                    <a:cubicBezTo>
                      <a:pt x="4096" y="3560"/>
                      <a:pt x="4884" y="2773"/>
                      <a:pt x="5829" y="2773"/>
                    </a:cubicBezTo>
                    <a:close/>
                    <a:moveTo>
                      <a:pt x="2363" y="6963"/>
                    </a:moveTo>
                    <a:cubicBezTo>
                      <a:pt x="2773" y="6963"/>
                      <a:pt x="3088" y="7278"/>
                      <a:pt x="3088" y="7656"/>
                    </a:cubicBezTo>
                    <a:cubicBezTo>
                      <a:pt x="3088" y="8065"/>
                      <a:pt x="2773" y="8380"/>
                      <a:pt x="2363" y="8380"/>
                    </a:cubicBezTo>
                    <a:cubicBezTo>
                      <a:pt x="1985" y="8380"/>
                      <a:pt x="1670" y="8065"/>
                      <a:pt x="1670" y="7656"/>
                    </a:cubicBezTo>
                    <a:cubicBezTo>
                      <a:pt x="1670" y="7278"/>
                      <a:pt x="1985" y="6963"/>
                      <a:pt x="2363" y="6963"/>
                    </a:cubicBezTo>
                    <a:close/>
                    <a:moveTo>
                      <a:pt x="9357" y="6963"/>
                    </a:moveTo>
                    <a:cubicBezTo>
                      <a:pt x="9735" y="6963"/>
                      <a:pt x="10050" y="7278"/>
                      <a:pt x="10050" y="7656"/>
                    </a:cubicBezTo>
                    <a:cubicBezTo>
                      <a:pt x="10050" y="8065"/>
                      <a:pt x="9735" y="8380"/>
                      <a:pt x="9357" y="8380"/>
                    </a:cubicBezTo>
                    <a:cubicBezTo>
                      <a:pt x="8948" y="8380"/>
                      <a:pt x="8633" y="8065"/>
                      <a:pt x="8633" y="7656"/>
                    </a:cubicBezTo>
                    <a:cubicBezTo>
                      <a:pt x="8633" y="7278"/>
                      <a:pt x="8948" y="6963"/>
                      <a:pt x="9357" y="6963"/>
                    </a:cubicBezTo>
                    <a:close/>
                    <a:moveTo>
                      <a:pt x="2363" y="9042"/>
                    </a:moveTo>
                    <a:cubicBezTo>
                      <a:pt x="3308" y="9042"/>
                      <a:pt x="4096" y="9830"/>
                      <a:pt x="4096" y="10806"/>
                    </a:cubicBezTo>
                    <a:lnTo>
                      <a:pt x="4096" y="11184"/>
                    </a:lnTo>
                    <a:lnTo>
                      <a:pt x="630" y="11184"/>
                    </a:lnTo>
                    <a:lnTo>
                      <a:pt x="630" y="10806"/>
                    </a:lnTo>
                    <a:cubicBezTo>
                      <a:pt x="630" y="9830"/>
                      <a:pt x="1418" y="9042"/>
                      <a:pt x="2363" y="9042"/>
                    </a:cubicBezTo>
                    <a:close/>
                    <a:moveTo>
                      <a:pt x="9357" y="9042"/>
                    </a:moveTo>
                    <a:cubicBezTo>
                      <a:pt x="10302" y="9042"/>
                      <a:pt x="11090" y="9830"/>
                      <a:pt x="11090" y="10806"/>
                    </a:cubicBezTo>
                    <a:lnTo>
                      <a:pt x="11090" y="11184"/>
                    </a:lnTo>
                    <a:lnTo>
                      <a:pt x="7625" y="11184"/>
                    </a:lnTo>
                    <a:lnTo>
                      <a:pt x="7625" y="10806"/>
                    </a:lnTo>
                    <a:cubicBezTo>
                      <a:pt x="7625" y="9830"/>
                      <a:pt x="8412" y="9042"/>
                      <a:pt x="9357" y="9042"/>
                    </a:cubicBezTo>
                    <a:close/>
                    <a:moveTo>
                      <a:pt x="5892" y="0"/>
                    </a:moveTo>
                    <a:cubicBezTo>
                      <a:pt x="5136" y="0"/>
                      <a:pt x="4506" y="630"/>
                      <a:pt x="4506" y="1355"/>
                    </a:cubicBezTo>
                    <a:cubicBezTo>
                      <a:pt x="4506" y="1733"/>
                      <a:pt x="4632" y="2016"/>
                      <a:pt x="4852" y="2300"/>
                    </a:cubicBezTo>
                    <a:cubicBezTo>
                      <a:pt x="4033" y="2710"/>
                      <a:pt x="3466" y="3529"/>
                      <a:pt x="3466" y="4505"/>
                    </a:cubicBezTo>
                    <a:lnTo>
                      <a:pt x="3466" y="5230"/>
                    </a:lnTo>
                    <a:cubicBezTo>
                      <a:pt x="3466" y="5419"/>
                      <a:pt x="3623" y="5577"/>
                      <a:pt x="3844" y="5577"/>
                    </a:cubicBezTo>
                    <a:lnTo>
                      <a:pt x="5577" y="5577"/>
                    </a:lnTo>
                    <a:lnTo>
                      <a:pt x="5577" y="7152"/>
                    </a:lnTo>
                    <a:lnTo>
                      <a:pt x="3875" y="8822"/>
                    </a:lnTo>
                    <a:cubicBezTo>
                      <a:pt x="3749" y="8696"/>
                      <a:pt x="3592" y="8601"/>
                      <a:pt x="3434" y="8569"/>
                    </a:cubicBezTo>
                    <a:cubicBezTo>
                      <a:pt x="3686" y="8349"/>
                      <a:pt x="3781" y="8034"/>
                      <a:pt x="3781" y="7624"/>
                    </a:cubicBezTo>
                    <a:cubicBezTo>
                      <a:pt x="3781" y="6868"/>
                      <a:pt x="3151" y="6238"/>
                      <a:pt x="2426" y="6238"/>
                    </a:cubicBezTo>
                    <a:cubicBezTo>
                      <a:pt x="1670" y="6238"/>
                      <a:pt x="1040" y="6868"/>
                      <a:pt x="1040" y="7624"/>
                    </a:cubicBezTo>
                    <a:cubicBezTo>
                      <a:pt x="1040" y="7971"/>
                      <a:pt x="1166" y="8286"/>
                      <a:pt x="1387" y="8569"/>
                    </a:cubicBezTo>
                    <a:cubicBezTo>
                      <a:pt x="567" y="8979"/>
                      <a:pt x="0" y="9798"/>
                      <a:pt x="0" y="10775"/>
                    </a:cubicBezTo>
                    <a:lnTo>
                      <a:pt x="0" y="11499"/>
                    </a:lnTo>
                    <a:cubicBezTo>
                      <a:pt x="0" y="11688"/>
                      <a:pt x="158" y="11846"/>
                      <a:pt x="378" y="11846"/>
                    </a:cubicBezTo>
                    <a:lnTo>
                      <a:pt x="4474" y="11846"/>
                    </a:lnTo>
                    <a:cubicBezTo>
                      <a:pt x="4663" y="11846"/>
                      <a:pt x="4821" y="11688"/>
                      <a:pt x="4821" y="11499"/>
                    </a:cubicBezTo>
                    <a:lnTo>
                      <a:pt x="4821" y="10775"/>
                    </a:lnTo>
                    <a:cubicBezTo>
                      <a:pt x="4821" y="10239"/>
                      <a:pt x="4632" y="9704"/>
                      <a:pt x="4348" y="9326"/>
                    </a:cubicBezTo>
                    <a:lnTo>
                      <a:pt x="5860" y="7782"/>
                    </a:lnTo>
                    <a:lnTo>
                      <a:pt x="7404" y="9326"/>
                    </a:lnTo>
                    <a:cubicBezTo>
                      <a:pt x="7089" y="9704"/>
                      <a:pt x="6931" y="10239"/>
                      <a:pt x="6931" y="10775"/>
                    </a:cubicBezTo>
                    <a:lnTo>
                      <a:pt x="6931" y="11499"/>
                    </a:lnTo>
                    <a:cubicBezTo>
                      <a:pt x="6931" y="11688"/>
                      <a:pt x="7089" y="11846"/>
                      <a:pt x="7309" y="11846"/>
                    </a:cubicBezTo>
                    <a:lnTo>
                      <a:pt x="11468" y="11846"/>
                    </a:lnTo>
                    <a:cubicBezTo>
                      <a:pt x="11657" y="11846"/>
                      <a:pt x="11815" y="11688"/>
                      <a:pt x="11815" y="11499"/>
                    </a:cubicBezTo>
                    <a:lnTo>
                      <a:pt x="11815" y="10775"/>
                    </a:lnTo>
                    <a:cubicBezTo>
                      <a:pt x="11783" y="9830"/>
                      <a:pt x="11185" y="8979"/>
                      <a:pt x="10365" y="8569"/>
                    </a:cubicBezTo>
                    <a:cubicBezTo>
                      <a:pt x="10586" y="8349"/>
                      <a:pt x="10712" y="8034"/>
                      <a:pt x="10712" y="7624"/>
                    </a:cubicBezTo>
                    <a:cubicBezTo>
                      <a:pt x="10712" y="6868"/>
                      <a:pt x="10082" y="6238"/>
                      <a:pt x="9357" y="6238"/>
                    </a:cubicBezTo>
                    <a:cubicBezTo>
                      <a:pt x="8601" y="6238"/>
                      <a:pt x="7971" y="6868"/>
                      <a:pt x="7971" y="7624"/>
                    </a:cubicBezTo>
                    <a:cubicBezTo>
                      <a:pt x="7971" y="7971"/>
                      <a:pt x="8097" y="8286"/>
                      <a:pt x="8318" y="8569"/>
                    </a:cubicBezTo>
                    <a:cubicBezTo>
                      <a:pt x="8160" y="8664"/>
                      <a:pt x="8034" y="8727"/>
                      <a:pt x="7877" y="8822"/>
                    </a:cubicBezTo>
                    <a:lnTo>
                      <a:pt x="6207" y="7152"/>
                    </a:lnTo>
                    <a:lnTo>
                      <a:pt x="6207" y="5577"/>
                    </a:lnTo>
                    <a:lnTo>
                      <a:pt x="7940" y="5577"/>
                    </a:lnTo>
                    <a:cubicBezTo>
                      <a:pt x="8129" y="5577"/>
                      <a:pt x="8286" y="5419"/>
                      <a:pt x="8286" y="5230"/>
                    </a:cubicBezTo>
                    <a:lnTo>
                      <a:pt x="8286" y="4505"/>
                    </a:lnTo>
                    <a:cubicBezTo>
                      <a:pt x="8286" y="3529"/>
                      <a:pt x="7688" y="2710"/>
                      <a:pt x="6900" y="2300"/>
                    </a:cubicBezTo>
                    <a:cubicBezTo>
                      <a:pt x="7152" y="2080"/>
                      <a:pt x="7246" y="1764"/>
                      <a:pt x="7246" y="1355"/>
                    </a:cubicBezTo>
                    <a:cubicBezTo>
                      <a:pt x="7246" y="630"/>
                      <a:pt x="6616" y="0"/>
                      <a:pt x="58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7" name="Google Shape;317;p30"/>
            <p:cNvGrpSpPr/>
            <p:nvPr/>
          </p:nvGrpSpPr>
          <p:grpSpPr>
            <a:xfrm>
              <a:off x="3953675" y="2875400"/>
              <a:ext cx="1375800" cy="1375800"/>
              <a:chOff x="3953675" y="2875400"/>
              <a:chExt cx="1375800" cy="1375800"/>
            </a:xfrm>
          </p:grpSpPr>
          <p:sp>
            <p:nvSpPr>
              <p:cNvPr id="318" name="Google Shape;318;p30"/>
              <p:cNvSpPr/>
              <p:nvPr/>
            </p:nvSpPr>
            <p:spPr>
              <a:xfrm>
                <a:off x="4139600" y="3061325"/>
                <a:ext cx="1004100" cy="1004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19" name="Google Shape;319;p30"/>
              <p:cNvGrpSpPr/>
              <p:nvPr/>
            </p:nvGrpSpPr>
            <p:grpSpPr>
              <a:xfrm>
                <a:off x="4436233" y="3358177"/>
                <a:ext cx="410687" cy="410406"/>
                <a:chOff x="1413250" y="2680675"/>
                <a:chExt cx="297750" cy="297525"/>
              </a:xfrm>
            </p:grpSpPr>
            <p:sp>
              <p:nvSpPr>
                <p:cNvPr id="320" name="Google Shape;320;p30"/>
                <p:cNvSpPr/>
                <p:nvPr/>
              </p:nvSpPr>
              <p:spPr>
                <a:xfrm>
                  <a:off x="1413250" y="2680675"/>
                  <a:ext cx="297750" cy="297525"/>
                </a:xfrm>
                <a:custGeom>
                  <a:rect b="b" l="l" r="r" t="t"/>
                  <a:pathLst>
                    <a:path extrusionOk="0" h="11901" w="11910">
                      <a:moveTo>
                        <a:pt x="10460" y="1418"/>
                      </a:moveTo>
                      <a:lnTo>
                        <a:pt x="10460" y="7719"/>
                      </a:lnTo>
                      <a:lnTo>
                        <a:pt x="1387" y="7719"/>
                      </a:lnTo>
                      <a:lnTo>
                        <a:pt x="1387" y="1418"/>
                      </a:lnTo>
                      <a:close/>
                      <a:moveTo>
                        <a:pt x="5577" y="8380"/>
                      </a:moveTo>
                      <a:lnTo>
                        <a:pt x="5577" y="9105"/>
                      </a:lnTo>
                      <a:lnTo>
                        <a:pt x="5167" y="9105"/>
                      </a:lnTo>
                      <a:lnTo>
                        <a:pt x="5451" y="8380"/>
                      </a:lnTo>
                      <a:close/>
                      <a:moveTo>
                        <a:pt x="6396" y="8380"/>
                      </a:moveTo>
                      <a:lnTo>
                        <a:pt x="6679" y="9105"/>
                      </a:lnTo>
                      <a:lnTo>
                        <a:pt x="6270" y="9105"/>
                      </a:lnTo>
                      <a:lnTo>
                        <a:pt x="6270" y="8380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47"/>
                      </a:cubicBezTo>
                      <a:lnTo>
                        <a:pt x="5608" y="725"/>
                      </a:lnTo>
                      <a:lnTo>
                        <a:pt x="378" y="725"/>
                      </a:lnTo>
                      <a:cubicBezTo>
                        <a:pt x="158" y="725"/>
                        <a:pt x="0" y="882"/>
                        <a:pt x="0" y="1071"/>
                      </a:cubicBezTo>
                      <a:cubicBezTo>
                        <a:pt x="0" y="1260"/>
                        <a:pt x="158" y="1418"/>
                        <a:pt x="378" y="1418"/>
                      </a:cubicBezTo>
                      <a:lnTo>
                        <a:pt x="725" y="1418"/>
                      </a:lnTo>
                      <a:lnTo>
                        <a:pt x="725" y="7719"/>
                      </a:lnTo>
                      <a:lnTo>
                        <a:pt x="378" y="7719"/>
                      </a:lnTo>
                      <a:cubicBezTo>
                        <a:pt x="189" y="7719"/>
                        <a:pt x="32" y="7876"/>
                        <a:pt x="32" y="8097"/>
                      </a:cubicBezTo>
                      <a:cubicBezTo>
                        <a:pt x="32" y="8286"/>
                        <a:pt x="189" y="8443"/>
                        <a:pt x="378" y="8443"/>
                      </a:cubicBezTo>
                      <a:lnTo>
                        <a:pt x="4758" y="8443"/>
                      </a:lnTo>
                      <a:lnTo>
                        <a:pt x="3560" y="11436"/>
                      </a:lnTo>
                      <a:cubicBezTo>
                        <a:pt x="3497" y="11625"/>
                        <a:pt x="3560" y="11814"/>
                        <a:pt x="3749" y="11877"/>
                      </a:cubicBezTo>
                      <a:cubicBezTo>
                        <a:pt x="3803" y="11893"/>
                        <a:pt x="3855" y="11901"/>
                        <a:pt x="3903" y="11901"/>
                      </a:cubicBezTo>
                      <a:cubicBezTo>
                        <a:pt x="4052" y="11901"/>
                        <a:pt x="4167" y="11824"/>
                        <a:pt x="4191" y="11657"/>
                      </a:cubicBezTo>
                      <a:lnTo>
                        <a:pt x="4947" y="9830"/>
                      </a:lnTo>
                      <a:lnTo>
                        <a:pt x="5608" y="9830"/>
                      </a:lnTo>
                      <a:lnTo>
                        <a:pt x="5608" y="10838"/>
                      </a:lnTo>
                      <a:cubicBezTo>
                        <a:pt x="5608" y="11027"/>
                        <a:pt x="5766" y="11184"/>
                        <a:pt x="5955" y="11184"/>
                      </a:cubicBezTo>
                      <a:cubicBezTo>
                        <a:pt x="6175" y="11184"/>
                        <a:pt x="6333" y="11027"/>
                        <a:pt x="6333" y="10838"/>
                      </a:cubicBezTo>
                      <a:lnTo>
                        <a:pt x="6333" y="9830"/>
                      </a:lnTo>
                      <a:lnTo>
                        <a:pt x="6995" y="9830"/>
                      </a:lnTo>
                      <a:lnTo>
                        <a:pt x="7751" y="11657"/>
                      </a:lnTo>
                      <a:cubicBezTo>
                        <a:pt x="7798" y="11824"/>
                        <a:pt x="7918" y="11901"/>
                        <a:pt x="8042" y="11901"/>
                      </a:cubicBezTo>
                      <a:cubicBezTo>
                        <a:pt x="8082" y="11901"/>
                        <a:pt x="8122" y="11893"/>
                        <a:pt x="8160" y="11877"/>
                      </a:cubicBezTo>
                      <a:cubicBezTo>
                        <a:pt x="8381" y="11783"/>
                        <a:pt x="8444" y="11594"/>
                        <a:pt x="8381" y="11436"/>
                      </a:cubicBezTo>
                      <a:lnTo>
                        <a:pt x="7184" y="8443"/>
                      </a:lnTo>
                      <a:lnTo>
                        <a:pt x="11563" y="8443"/>
                      </a:lnTo>
                      <a:cubicBezTo>
                        <a:pt x="11752" y="8443"/>
                        <a:pt x="11909" y="8286"/>
                        <a:pt x="11909" y="8097"/>
                      </a:cubicBezTo>
                      <a:cubicBezTo>
                        <a:pt x="11909" y="7876"/>
                        <a:pt x="11752" y="7719"/>
                        <a:pt x="11563" y="7719"/>
                      </a:cubicBezTo>
                      <a:lnTo>
                        <a:pt x="11185" y="7719"/>
                      </a:lnTo>
                      <a:lnTo>
                        <a:pt x="11185" y="1418"/>
                      </a:lnTo>
                      <a:lnTo>
                        <a:pt x="11563" y="1418"/>
                      </a:lnTo>
                      <a:cubicBezTo>
                        <a:pt x="11752" y="1418"/>
                        <a:pt x="11909" y="1260"/>
                        <a:pt x="11909" y="1071"/>
                      </a:cubicBezTo>
                      <a:cubicBezTo>
                        <a:pt x="11909" y="882"/>
                        <a:pt x="11752" y="725"/>
                        <a:pt x="11563" y="725"/>
                      </a:cubicBezTo>
                      <a:lnTo>
                        <a:pt x="6301" y="725"/>
                      </a:lnTo>
                      <a:lnTo>
                        <a:pt x="6301" y="347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" name="Google Shape;321;p30"/>
                <p:cNvSpPr/>
                <p:nvPr/>
              </p:nvSpPr>
              <p:spPr>
                <a:xfrm>
                  <a:off x="1465225" y="2805100"/>
                  <a:ext cx="52800" cy="52025"/>
                </a:xfrm>
                <a:custGeom>
                  <a:rect b="b" l="l" r="r" t="t"/>
                  <a:pathLst>
                    <a:path extrusionOk="0" h="2081" w="2112">
                      <a:moveTo>
                        <a:pt x="1387" y="663"/>
                      </a:moveTo>
                      <a:lnTo>
                        <a:pt x="1387" y="1387"/>
                      </a:lnTo>
                      <a:lnTo>
                        <a:pt x="694" y="1387"/>
                      </a:lnTo>
                      <a:lnTo>
                        <a:pt x="694" y="663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1734"/>
                      </a:lnTo>
                      <a:cubicBezTo>
                        <a:pt x="1" y="1923"/>
                        <a:pt x="158" y="2080"/>
                        <a:pt x="347" y="2080"/>
                      </a:cubicBezTo>
                      <a:lnTo>
                        <a:pt x="1765" y="2080"/>
                      </a:lnTo>
                      <a:cubicBezTo>
                        <a:pt x="1954" y="2080"/>
                        <a:pt x="2112" y="1923"/>
                        <a:pt x="2112" y="1734"/>
                      </a:cubicBezTo>
                      <a:lnTo>
                        <a:pt x="2112" y="347"/>
                      </a:lnTo>
                      <a:cubicBezTo>
                        <a:pt x="2112" y="158"/>
                        <a:pt x="1954" y="1"/>
                        <a:pt x="176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" name="Google Shape;322;p30"/>
                <p:cNvSpPr/>
                <p:nvPr/>
              </p:nvSpPr>
              <p:spPr>
                <a:xfrm>
                  <a:off x="1535325" y="2769675"/>
                  <a:ext cx="52800" cy="87450"/>
                </a:xfrm>
                <a:custGeom>
                  <a:rect b="b" l="l" r="r" t="t"/>
                  <a:pathLst>
                    <a:path extrusionOk="0" h="3498" w="2112">
                      <a:moveTo>
                        <a:pt x="1387" y="662"/>
                      </a:moveTo>
                      <a:lnTo>
                        <a:pt x="1387" y="2741"/>
                      </a:lnTo>
                      <a:lnTo>
                        <a:pt x="694" y="2741"/>
                      </a:lnTo>
                      <a:lnTo>
                        <a:pt x="694" y="662"/>
                      </a:lnTo>
                      <a:close/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3151"/>
                      </a:lnTo>
                      <a:cubicBezTo>
                        <a:pt x="1" y="3340"/>
                        <a:pt x="158" y="3497"/>
                        <a:pt x="379" y="3497"/>
                      </a:cubicBezTo>
                      <a:lnTo>
                        <a:pt x="1733" y="3497"/>
                      </a:lnTo>
                      <a:lnTo>
                        <a:pt x="1733" y="3466"/>
                      </a:lnTo>
                      <a:cubicBezTo>
                        <a:pt x="1954" y="3466"/>
                        <a:pt x="2112" y="3308"/>
                        <a:pt x="2112" y="3119"/>
                      </a:cubicBezTo>
                      <a:lnTo>
                        <a:pt x="2112" y="347"/>
                      </a:lnTo>
                      <a:cubicBezTo>
                        <a:pt x="2112" y="158"/>
                        <a:pt x="1954" y="0"/>
                        <a:pt x="173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" name="Google Shape;323;p30"/>
                <p:cNvSpPr/>
                <p:nvPr/>
              </p:nvSpPr>
              <p:spPr>
                <a:xfrm>
                  <a:off x="1604650" y="2733425"/>
                  <a:ext cx="52775" cy="122900"/>
                </a:xfrm>
                <a:custGeom>
                  <a:rect b="b" l="l" r="r" t="t"/>
                  <a:pathLst>
                    <a:path extrusionOk="0" h="4916" w="2111">
                      <a:moveTo>
                        <a:pt x="1418" y="726"/>
                      </a:moveTo>
                      <a:lnTo>
                        <a:pt x="1418" y="4254"/>
                      </a:lnTo>
                      <a:lnTo>
                        <a:pt x="725" y="4254"/>
                      </a:lnTo>
                      <a:lnTo>
                        <a:pt x="725" y="726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9"/>
                        <a:pt x="0" y="348"/>
                      </a:cubicBezTo>
                      <a:lnTo>
                        <a:pt x="0" y="4569"/>
                      </a:lnTo>
                      <a:cubicBezTo>
                        <a:pt x="0" y="4758"/>
                        <a:pt x="158" y="4916"/>
                        <a:pt x="347" y="4916"/>
                      </a:cubicBezTo>
                      <a:lnTo>
                        <a:pt x="1764" y="4916"/>
                      </a:lnTo>
                      <a:cubicBezTo>
                        <a:pt x="1953" y="4916"/>
                        <a:pt x="2111" y="4758"/>
                        <a:pt x="2111" y="4569"/>
                      </a:cubicBezTo>
                      <a:lnTo>
                        <a:pt x="2111" y="348"/>
                      </a:lnTo>
                      <a:cubicBezTo>
                        <a:pt x="2111" y="159"/>
                        <a:pt x="1953" y="1"/>
                        <a:pt x="176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24" name="Google Shape;324;p30"/>
              <p:cNvSpPr/>
              <p:nvPr/>
            </p:nvSpPr>
            <p:spPr>
              <a:xfrm>
                <a:off x="3953675" y="2875400"/>
                <a:ext cx="1375800" cy="1375800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5" name="Google Shape;325;p30"/>
            <p:cNvGrpSpPr/>
            <p:nvPr/>
          </p:nvGrpSpPr>
          <p:grpSpPr>
            <a:xfrm>
              <a:off x="6630775" y="2176575"/>
              <a:ext cx="1375800" cy="1375800"/>
              <a:chOff x="6630775" y="2176575"/>
              <a:chExt cx="1375800" cy="1375800"/>
            </a:xfrm>
          </p:grpSpPr>
          <p:sp>
            <p:nvSpPr>
              <p:cNvPr id="326" name="Google Shape;326;p30"/>
              <p:cNvSpPr/>
              <p:nvPr/>
            </p:nvSpPr>
            <p:spPr>
              <a:xfrm>
                <a:off x="6630775" y="2176575"/>
                <a:ext cx="1375800" cy="1375800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30"/>
              <p:cNvSpPr/>
              <p:nvPr/>
            </p:nvSpPr>
            <p:spPr>
              <a:xfrm>
                <a:off x="6816700" y="2362500"/>
                <a:ext cx="1004100" cy="1004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28" name="Google Shape;328;p30"/>
              <p:cNvGrpSpPr/>
              <p:nvPr/>
            </p:nvGrpSpPr>
            <p:grpSpPr>
              <a:xfrm>
                <a:off x="7431646" y="2852850"/>
                <a:ext cx="62299" cy="82740"/>
                <a:chOff x="4206950" y="2093100"/>
                <a:chExt cx="52800" cy="70125"/>
              </a:xfrm>
            </p:grpSpPr>
            <p:sp>
              <p:nvSpPr>
                <p:cNvPr id="329" name="Google Shape;329;p30"/>
                <p:cNvSpPr/>
                <p:nvPr/>
              </p:nvSpPr>
              <p:spPr>
                <a:xfrm>
                  <a:off x="4216400" y="2093100"/>
                  <a:ext cx="43350" cy="18150"/>
                </a:xfrm>
                <a:custGeom>
                  <a:rect b="b" l="l" r="r" t="t"/>
                  <a:pathLst>
                    <a:path extrusionOk="0" h="726" w="1734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79" y="725"/>
                      </a:cubicBezTo>
                      <a:lnTo>
                        <a:pt x="1387" y="725"/>
                      </a:lnTo>
                      <a:cubicBezTo>
                        <a:pt x="1576" y="725"/>
                        <a:pt x="1733" y="568"/>
                        <a:pt x="1733" y="347"/>
                      </a:cubicBezTo>
                      <a:cubicBezTo>
                        <a:pt x="1702" y="158"/>
                        <a:pt x="1544" y="1"/>
                        <a:pt x="138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" name="Google Shape;330;p30"/>
                <p:cNvSpPr/>
                <p:nvPr/>
              </p:nvSpPr>
              <p:spPr>
                <a:xfrm>
                  <a:off x="4206950" y="2129325"/>
                  <a:ext cx="35475" cy="33900"/>
                </a:xfrm>
                <a:custGeom>
                  <a:rect b="b" l="l" r="r" t="t"/>
                  <a:pathLst>
                    <a:path extrusionOk="0" h="1356" w="1419">
                      <a:moveTo>
                        <a:pt x="351" y="1"/>
                      </a:moveTo>
                      <a:cubicBezTo>
                        <a:pt x="260" y="1"/>
                        <a:pt x="174" y="32"/>
                        <a:pt x="127" y="95"/>
                      </a:cubicBezTo>
                      <a:cubicBezTo>
                        <a:pt x="1" y="221"/>
                        <a:pt x="1" y="410"/>
                        <a:pt x="127" y="568"/>
                      </a:cubicBezTo>
                      <a:lnTo>
                        <a:pt x="820" y="1261"/>
                      </a:lnTo>
                      <a:cubicBezTo>
                        <a:pt x="883" y="1324"/>
                        <a:pt x="969" y="1356"/>
                        <a:pt x="1056" y="1356"/>
                      </a:cubicBezTo>
                      <a:cubicBezTo>
                        <a:pt x="1143" y="1356"/>
                        <a:pt x="1229" y="1324"/>
                        <a:pt x="1292" y="1261"/>
                      </a:cubicBezTo>
                      <a:cubicBezTo>
                        <a:pt x="1418" y="1166"/>
                        <a:pt x="1418" y="914"/>
                        <a:pt x="1292" y="788"/>
                      </a:cubicBezTo>
                      <a:lnTo>
                        <a:pt x="599" y="95"/>
                      </a:lnTo>
                      <a:cubicBezTo>
                        <a:pt x="536" y="32"/>
                        <a:pt x="442" y="1"/>
                        <a:pt x="35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331" name="Google Shape;331;p30"/>
            <p:cNvCxnSpPr>
              <a:endCxn id="326" idx="3"/>
            </p:cNvCxnSpPr>
            <p:nvPr/>
          </p:nvCxnSpPr>
          <p:spPr>
            <a:xfrm flipH="1" rot="10800000">
              <a:off x="5329256" y="3350894"/>
              <a:ext cx="1503000" cy="212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2" name="Google Shape;332;p30"/>
            <p:cNvCxnSpPr>
              <a:stCxn id="314" idx="6"/>
              <a:endCxn id="326" idx="1"/>
            </p:cNvCxnSpPr>
            <p:nvPr/>
          </p:nvCxnSpPr>
          <p:spPr>
            <a:xfrm>
              <a:off x="6035925" y="1753775"/>
              <a:ext cx="796200" cy="624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3" name="Google Shape;333;p30"/>
            <p:cNvCxnSpPr>
              <a:stCxn id="314" idx="3"/>
              <a:endCxn id="324" idx="0"/>
            </p:cNvCxnSpPr>
            <p:nvPr/>
          </p:nvCxnSpPr>
          <p:spPr>
            <a:xfrm flipH="1">
              <a:off x="4641706" y="2240194"/>
              <a:ext cx="219900" cy="635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4" name="Google Shape;334;p30"/>
          <p:cNvGrpSpPr/>
          <p:nvPr/>
        </p:nvGrpSpPr>
        <p:grpSpPr>
          <a:xfrm>
            <a:off x="5536647" y="917832"/>
            <a:ext cx="241086" cy="145606"/>
            <a:chOff x="3149000" y="3144800"/>
            <a:chExt cx="132625" cy="80100"/>
          </a:xfrm>
        </p:grpSpPr>
        <p:sp>
          <p:nvSpPr>
            <p:cNvPr id="335" name="Google Shape;335;p30"/>
            <p:cNvSpPr/>
            <p:nvPr/>
          </p:nvSpPr>
          <p:spPr>
            <a:xfrm>
              <a:off x="3149000" y="3144800"/>
              <a:ext cx="13350" cy="70100"/>
            </a:xfrm>
            <a:custGeom>
              <a:rect b="b" l="l" r="r" t="t"/>
              <a:pathLst>
                <a:path extrusionOk="0" h="2804" w="534">
                  <a:moveTo>
                    <a:pt x="167" y="1"/>
                  </a:moveTo>
                  <a:lnTo>
                    <a:pt x="67" y="68"/>
                  </a:lnTo>
                  <a:lnTo>
                    <a:pt x="34" y="134"/>
                  </a:lnTo>
                  <a:lnTo>
                    <a:pt x="0" y="234"/>
                  </a:lnTo>
                  <a:lnTo>
                    <a:pt x="67" y="802"/>
                  </a:lnTo>
                  <a:lnTo>
                    <a:pt x="67" y="1402"/>
                  </a:lnTo>
                  <a:lnTo>
                    <a:pt x="34" y="1969"/>
                  </a:lnTo>
                  <a:lnTo>
                    <a:pt x="0" y="2570"/>
                  </a:lnTo>
                  <a:lnTo>
                    <a:pt x="0" y="2637"/>
                  </a:lnTo>
                  <a:lnTo>
                    <a:pt x="67" y="2737"/>
                  </a:lnTo>
                  <a:lnTo>
                    <a:pt x="134" y="2770"/>
                  </a:lnTo>
                  <a:lnTo>
                    <a:pt x="234" y="2803"/>
                  </a:lnTo>
                  <a:lnTo>
                    <a:pt x="334" y="2770"/>
                  </a:lnTo>
                  <a:lnTo>
                    <a:pt x="401" y="2737"/>
                  </a:lnTo>
                  <a:lnTo>
                    <a:pt x="467" y="2637"/>
                  </a:lnTo>
                  <a:lnTo>
                    <a:pt x="467" y="2570"/>
                  </a:lnTo>
                  <a:lnTo>
                    <a:pt x="534" y="1969"/>
                  </a:lnTo>
                  <a:lnTo>
                    <a:pt x="534" y="1402"/>
                  </a:lnTo>
                  <a:lnTo>
                    <a:pt x="534" y="802"/>
                  </a:lnTo>
                  <a:lnTo>
                    <a:pt x="501" y="234"/>
                  </a:lnTo>
                  <a:lnTo>
                    <a:pt x="467" y="134"/>
                  </a:lnTo>
                  <a:lnTo>
                    <a:pt x="401" y="68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0"/>
            <p:cNvSpPr/>
            <p:nvPr/>
          </p:nvSpPr>
          <p:spPr>
            <a:xfrm>
              <a:off x="3194875" y="3159000"/>
              <a:ext cx="15875" cy="57575"/>
            </a:xfrm>
            <a:custGeom>
              <a:rect b="b" l="l" r="r" t="t"/>
              <a:pathLst>
                <a:path extrusionOk="0" h="2303" w="635">
                  <a:moveTo>
                    <a:pt x="367" y="0"/>
                  </a:moveTo>
                  <a:lnTo>
                    <a:pt x="300" y="33"/>
                  </a:lnTo>
                  <a:lnTo>
                    <a:pt x="234" y="100"/>
                  </a:lnTo>
                  <a:lnTo>
                    <a:pt x="167" y="200"/>
                  </a:lnTo>
                  <a:lnTo>
                    <a:pt x="67" y="1134"/>
                  </a:lnTo>
                  <a:lnTo>
                    <a:pt x="0" y="2069"/>
                  </a:lnTo>
                  <a:lnTo>
                    <a:pt x="0" y="2169"/>
                  </a:lnTo>
                  <a:lnTo>
                    <a:pt x="67" y="2235"/>
                  </a:lnTo>
                  <a:lnTo>
                    <a:pt x="134" y="2302"/>
                  </a:lnTo>
                  <a:lnTo>
                    <a:pt x="334" y="2302"/>
                  </a:lnTo>
                  <a:lnTo>
                    <a:pt x="400" y="2235"/>
                  </a:lnTo>
                  <a:lnTo>
                    <a:pt x="467" y="2169"/>
                  </a:lnTo>
                  <a:lnTo>
                    <a:pt x="467" y="2069"/>
                  </a:lnTo>
                  <a:lnTo>
                    <a:pt x="534" y="1201"/>
                  </a:lnTo>
                  <a:lnTo>
                    <a:pt x="634" y="300"/>
                  </a:lnTo>
                  <a:lnTo>
                    <a:pt x="634" y="200"/>
                  </a:lnTo>
                  <a:lnTo>
                    <a:pt x="634" y="133"/>
                  </a:lnTo>
                  <a:lnTo>
                    <a:pt x="567" y="67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3252425" y="3179850"/>
              <a:ext cx="29200" cy="45050"/>
            </a:xfrm>
            <a:custGeom>
              <a:rect b="b" l="l" r="r" t="t"/>
              <a:pathLst>
                <a:path extrusionOk="0" h="1802" w="1168">
                  <a:moveTo>
                    <a:pt x="868" y="0"/>
                  </a:moveTo>
                  <a:lnTo>
                    <a:pt x="767" y="67"/>
                  </a:lnTo>
                  <a:lnTo>
                    <a:pt x="734" y="134"/>
                  </a:lnTo>
                  <a:lnTo>
                    <a:pt x="34" y="1435"/>
                  </a:lnTo>
                  <a:lnTo>
                    <a:pt x="0" y="1535"/>
                  </a:lnTo>
                  <a:lnTo>
                    <a:pt x="0" y="1635"/>
                  </a:lnTo>
                  <a:lnTo>
                    <a:pt x="67" y="1702"/>
                  </a:lnTo>
                  <a:lnTo>
                    <a:pt x="134" y="1768"/>
                  </a:lnTo>
                  <a:lnTo>
                    <a:pt x="200" y="1802"/>
                  </a:lnTo>
                  <a:lnTo>
                    <a:pt x="300" y="1802"/>
                  </a:lnTo>
                  <a:lnTo>
                    <a:pt x="401" y="1768"/>
                  </a:lnTo>
                  <a:lnTo>
                    <a:pt x="467" y="1668"/>
                  </a:lnTo>
                  <a:lnTo>
                    <a:pt x="1134" y="367"/>
                  </a:lnTo>
                  <a:lnTo>
                    <a:pt x="1168" y="267"/>
                  </a:lnTo>
                  <a:lnTo>
                    <a:pt x="1168" y="167"/>
                  </a:lnTo>
                  <a:lnTo>
                    <a:pt x="1134" y="100"/>
                  </a:lnTo>
                  <a:lnTo>
                    <a:pt x="1034" y="33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8" name="Google Shape;338;p30"/>
          <p:cNvGrpSpPr/>
          <p:nvPr/>
        </p:nvGrpSpPr>
        <p:grpSpPr>
          <a:xfrm rot="7426544">
            <a:off x="8032685" y="3543442"/>
            <a:ext cx="241087" cy="145607"/>
            <a:chOff x="3149000" y="3144800"/>
            <a:chExt cx="132625" cy="80100"/>
          </a:xfrm>
        </p:grpSpPr>
        <p:sp>
          <p:nvSpPr>
            <p:cNvPr id="339" name="Google Shape;339;p30"/>
            <p:cNvSpPr/>
            <p:nvPr/>
          </p:nvSpPr>
          <p:spPr>
            <a:xfrm>
              <a:off x="3149000" y="3144800"/>
              <a:ext cx="13350" cy="70100"/>
            </a:xfrm>
            <a:custGeom>
              <a:rect b="b" l="l" r="r" t="t"/>
              <a:pathLst>
                <a:path extrusionOk="0" h="2804" w="534">
                  <a:moveTo>
                    <a:pt x="167" y="1"/>
                  </a:moveTo>
                  <a:lnTo>
                    <a:pt x="67" y="68"/>
                  </a:lnTo>
                  <a:lnTo>
                    <a:pt x="34" y="134"/>
                  </a:lnTo>
                  <a:lnTo>
                    <a:pt x="0" y="234"/>
                  </a:lnTo>
                  <a:lnTo>
                    <a:pt x="67" y="802"/>
                  </a:lnTo>
                  <a:lnTo>
                    <a:pt x="67" y="1402"/>
                  </a:lnTo>
                  <a:lnTo>
                    <a:pt x="34" y="1969"/>
                  </a:lnTo>
                  <a:lnTo>
                    <a:pt x="0" y="2570"/>
                  </a:lnTo>
                  <a:lnTo>
                    <a:pt x="0" y="2637"/>
                  </a:lnTo>
                  <a:lnTo>
                    <a:pt x="67" y="2737"/>
                  </a:lnTo>
                  <a:lnTo>
                    <a:pt x="134" y="2770"/>
                  </a:lnTo>
                  <a:lnTo>
                    <a:pt x="234" y="2803"/>
                  </a:lnTo>
                  <a:lnTo>
                    <a:pt x="334" y="2770"/>
                  </a:lnTo>
                  <a:lnTo>
                    <a:pt x="401" y="2737"/>
                  </a:lnTo>
                  <a:lnTo>
                    <a:pt x="467" y="2637"/>
                  </a:lnTo>
                  <a:lnTo>
                    <a:pt x="467" y="2570"/>
                  </a:lnTo>
                  <a:lnTo>
                    <a:pt x="534" y="1969"/>
                  </a:lnTo>
                  <a:lnTo>
                    <a:pt x="534" y="1402"/>
                  </a:lnTo>
                  <a:lnTo>
                    <a:pt x="534" y="802"/>
                  </a:lnTo>
                  <a:lnTo>
                    <a:pt x="501" y="234"/>
                  </a:lnTo>
                  <a:lnTo>
                    <a:pt x="467" y="134"/>
                  </a:lnTo>
                  <a:lnTo>
                    <a:pt x="401" y="68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0"/>
            <p:cNvSpPr/>
            <p:nvPr/>
          </p:nvSpPr>
          <p:spPr>
            <a:xfrm>
              <a:off x="3194875" y="3159000"/>
              <a:ext cx="15875" cy="57575"/>
            </a:xfrm>
            <a:custGeom>
              <a:rect b="b" l="l" r="r" t="t"/>
              <a:pathLst>
                <a:path extrusionOk="0" h="2303" w="635">
                  <a:moveTo>
                    <a:pt x="367" y="0"/>
                  </a:moveTo>
                  <a:lnTo>
                    <a:pt x="300" y="33"/>
                  </a:lnTo>
                  <a:lnTo>
                    <a:pt x="234" y="100"/>
                  </a:lnTo>
                  <a:lnTo>
                    <a:pt x="167" y="200"/>
                  </a:lnTo>
                  <a:lnTo>
                    <a:pt x="67" y="1134"/>
                  </a:lnTo>
                  <a:lnTo>
                    <a:pt x="0" y="2069"/>
                  </a:lnTo>
                  <a:lnTo>
                    <a:pt x="0" y="2169"/>
                  </a:lnTo>
                  <a:lnTo>
                    <a:pt x="67" y="2235"/>
                  </a:lnTo>
                  <a:lnTo>
                    <a:pt x="134" y="2302"/>
                  </a:lnTo>
                  <a:lnTo>
                    <a:pt x="334" y="2302"/>
                  </a:lnTo>
                  <a:lnTo>
                    <a:pt x="400" y="2235"/>
                  </a:lnTo>
                  <a:lnTo>
                    <a:pt x="467" y="2169"/>
                  </a:lnTo>
                  <a:lnTo>
                    <a:pt x="467" y="2069"/>
                  </a:lnTo>
                  <a:lnTo>
                    <a:pt x="534" y="1201"/>
                  </a:lnTo>
                  <a:lnTo>
                    <a:pt x="634" y="300"/>
                  </a:lnTo>
                  <a:lnTo>
                    <a:pt x="634" y="200"/>
                  </a:lnTo>
                  <a:lnTo>
                    <a:pt x="634" y="133"/>
                  </a:lnTo>
                  <a:lnTo>
                    <a:pt x="567" y="67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0"/>
            <p:cNvSpPr/>
            <p:nvPr/>
          </p:nvSpPr>
          <p:spPr>
            <a:xfrm>
              <a:off x="3252425" y="3179850"/>
              <a:ext cx="29200" cy="45050"/>
            </a:xfrm>
            <a:custGeom>
              <a:rect b="b" l="l" r="r" t="t"/>
              <a:pathLst>
                <a:path extrusionOk="0" h="1802" w="1168">
                  <a:moveTo>
                    <a:pt x="868" y="0"/>
                  </a:moveTo>
                  <a:lnTo>
                    <a:pt x="767" y="67"/>
                  </a:lnTo>
                  <a:lnTo>
                    <a:pt x="734" y="134"/>
                  </a:lnTo>
                  <a:lnTo>
                    <a:pt x="34" y="1435"/>
                  </a:lnTo>
                  <a:lnTo>
                    <a:pt x="0" y="1535"/>
                  </a:lnTo>
                  <a:lnTo>
                    <a:pt x="0" y="1635"/>
                  </a:lnTo>
                  <a:lnTo>
                    <a:pt x="67" y="1702"/>
                  </a:lnTo>
                  <a:lnTo>
                    <a:pt x="134" y="1768"/>
                  </a:lnTo>
                  <a:lnTo>
                    <a:pt x="200" y="1802"/>
                  </a:lnTo>
                  <a:lnTo>
                    <a:pt x="300" y="1802"/>
                  </a:lnTo>
                  <a:lnTo>
                    <a:pt x="401" y="1768"/>
                  </a:lnTo>
                  <a:lnTo>
                    <a:pt x="467" y="1668"/>
                  </a:lnTo>
                  <a:lnTo>
                    <a:pt x="1134" y="367"/>
                  </a:lnTo>
                  <a:lnTo>
                    <a:pt x="1168" y="267"/>
                  </a:lnTo>
                  <a:lnTo>
                    <a:pt x="1168" y="167"/>
                  </a:lnTo>
                  <a:lnTo>
                    <a:pt x="1134" y="100"/>
                  </a:lnTo>
                  <a:lnTo>
                    <a:pt x="1034" y="33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2" name="Google Shape;342;p30"/>
          <p:cNvGrpSpPr/>
          <p:nvPr/>
        </p:nvGrpSpPr>
        <p:grpSpPr>
          <a:xfrm>
            <a:off x="3976601" y="3196626"/>
            <a:ext cx="191096" cy="357879"/>
            <a:chOff x="2952150" y="3194850"/>
            <a:chExt cx="105125" cy="196875"/>
          </a:xfrm>
        </p:grpSpPr>
        <p:sp>
          <p:nvSpPr>
            <p:cNvPr id="343" name="Google Shape;343;p30"/>
            <p:cNvSpPr/>
            <p:nvPr/>
          </p:nvSpPr>
          <p:spPr>
            <a:xfrm>
              <a:off x="2952150" y="3371675"/>
              <a:ext cx="71750" cy="20050"/>
            </a:xfrm>
            <a:custGeom>
              <a:rect b="b" l="l" r="r" t="t"/>
              <a:pathLst>
                <a:path extrusionOk="0" h="802" w="2870">
                  <a:moveTo>
                    <a:pt x="201" y="0"/>
                  </a:moveTo>
                  <a:lnTo>
                    <a:pt x="134" y="34"/>
                  </a:lnTo>
                  <a:lnTo>
                    <a:pt x="67" y="101"/>
                  </a:lnTo>
                  <a:lnTo>
                    <a:pt x="1" y="167"/>
                  </a:lnTo>
                  <a:lnTo>
                    <a:pt x="1" y="267"/>
                  </a:lnTo>
                  <a:lnTo>
                    <a:pt x="34" y="367"/>
                  </a:lnTo>
                  <a:lnTo>
                    <a:pt x="101" y="434"/>
                  </a:lnTo>
                  <a:lnTo>
                    <a:pt x="167" y="468"/>
                  </a:lnTo>
                  <a:lnTo>
                    <a:pt x="2570" y="801"/>
                  </a:lnTo>
                  <a:lnTo>
                    <a:pt x="2670" y="801"/>
                  </a:lnTo>
                  <a:lnTo>
                    <a:pt x="2770" y="768"/>
                  </a:lnTo>
                  <a:lnTo>
                    <a:pt x="2836" y="734"/>
                  </a:lnTo>
                  <a:lnTo>
                    <a:pt x="2870" y="634"/>
                  </a:lnTo>
                  <a:lnTo>
                    <a:pt x="2870" y="534"/>
                  </a:lnTo>
                  <a:lnTo>
                    <a:pt x="2836" y="468"/>
                  </a:lnTo>
                  <a:lnTo>
                    <a:pt x="2803" y="367"/>
                  </a:lnTo>
                  <a:lnTo>
                    <a:pt x="2703" y="334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0"/>
            <p:cNvSpPr/>
            <p:nvPr/>
          </p:nvSpPr>
          <p:spPr>
            <a:xfrm>
              <a:off x="2958825" y="3281600"/>
              <a:ext cx="67575" cy="26700"/>
            </a:xfrm>
            <a:custGeom>
              <a:rect b="b" l="l" r="r" t="t"/>
              <a:pathLst>
                <a:path extrusionOk="0" h="1068" w="2703">
                  <a:moveTo>
                    <a:pt x="167" y="0"/>
                  </a:moveTo>
                  <a:lnTo>
                    <a:pt x="101" y="34"/>
                  </a:lnTo>
                  <a:lnTo>
                    <a:pt x="34" y="100"/>
                  </a:lnTo>
                  <a:lnTo>
                    <a:pt x="1" y="201"/>
                  </a:lnTo>
                  <a:lnTo>
                    <a:pt x="1" y="267"/>
                  </a:lnTo>
                  <a:lnTo>
                    <a:pt x="1" y="367"/>
                  </a:lnTo>
                  <a:lnTo>
                    <a:pt x="67" y="434"/>
                  </a:lnTo>
                  <a:lnTo>
                    <a:pt x="167" y="467"/>
                  </a:lnTo>
                  <a:lnTo>
                    <a:pt x="2403" y="1068"/>
                  </a:lnTo>
                  <a:lnTo>
                    <a:pt x="2503" y="1068"/>
                  </a:lnTo>
                  <a:lnTo>
                    <a:pt x="2603" y="1035"/>
                  </a:lnTo>
                  <a:lnTo>
                    <a:pt x="2636" y="968"/>
                  </a:lnTo>
                  <a:lnTo>
                    <a:pt x="2703" y="868"/>
                  </a:lnTo>
                  <a:lnTo>
                    <a:pt x="2703" y="801"/>
                  </a:lnTo>
                  <a:lnTo>
                    <a:pt x="2670" y="701"/>
                  </a:lnTo>
                  <a:lnTo>
                    <a:pt x="2603" y="634"/>
                  </a:lnTo>
                  <a:lnTo>
                    <a:pt x="2536" y="601"/>
                  </a:lnTo>
                  <a:lnTo>
                    <a:pt x="267" y="3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0"/>
            <p:cNvSpPr/>
            <p:nvPr/>
          </p:nvSpPr>
          <p:spPr>
            <a:xfrm>
              <a:off x="2989675" y="3228225"/>
              <a:ext cx="45075" cy="30875"/>
            </a:xfrm>
            <a:custGeom>
              <a:rect b="b" l="l" r="r" t="t"/>
              <a:pathLst>
                <a:path extrusionOk="0" h="1235" w="1803">
                  <a:moveTo>
                    <a:pt x="168" y="0"/>
                  </a:moveTo>
                  <a:lnTo>
                    <a:pt x="101" y="33"/>
                  </a:lnTo>
                  <a:lnTo>
                    <a:pt x="34" y="100"/>
                  </a:lnTo>
                  <a:lnTo>
                    <a:pt x="1" y="200"/>
                  </a:lnTo>
                  <a:lnTo>
                    <a:pt x="1" y="267"/>
                  </a:lnTo>
                  <a:lnTo>
                    <a:pt x="34" y="367"/>
                  </a:lnTo>
                  <a:lnTo>
                    <a:pt x="101" y="434"/>
                  </a:lnTo>
                  <a:lnTo>
                    <a:pt x="1436" y="1201"/>
                  </a:lnTo>
                  <a:lnTo>
                    <a:pt x="1502" y="1235"/>
                  </a:lnTo>
                  <a:lnTo>
                    <a:pt x="1602" y="1201"/>
                  </a:lnTo>
                  <a:lnTo>
                    <a:pt x="1702" y="1168"/>
                  </a:lnTo>
                  <a:lnTo>
                    <a:pt x="1769" y="1101"/>
                  </a:lnTo>
                  <a:lnTo>
                    <a:pt x="1803" y="1001"/>
                  </a:lnTo>
                  <a:lnTo>
                    <a:pt x="1769" y="934"/>
                  </a:lnTo>
                  <a:lnTo>
                    <a:pt x="1736" y="834"/>
                  </a:lnTo>
                  <a:lnTo>
                    <a:pt x="1669" y="767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0"/>
            <p:cNvSpPr/>
            <p:nvPr/>
          </p:nvSpPr>
          <p:spPr>
            <a:xfrm>
              <a:off x="3024725" y="3194850"/>
              <a:ext cx="32550" cy="38400"/>
            </a:xfrm>
            <a:custGeom>
              <a:rect b="b" l="l" r="r" t="t"/>
              <a:pathLst>
                <a:path extrusionOk="0" h="1536" w="1302">
                  <a:moveTo>
                    <a:pt x="134" y="1"/>
                  </a:moveTo>
                  <a:lnTo>
                    <a:pt x="67" y="67"/>
                  </a:lnTo>
                  <a:lnTo>
                    <a:pt x="0" y="134"/>
                  </a:lnTo>
                  <a:lnTo>
                    <a:pt x="0" y="234"/>
                  </a:lnTo>
                  <a:lnTo>
                    <a:pt x="0" y="334"/>
                  </a:lnTo>
                  <a:lnTo>
                    <a:pt x="67" y="401"/>
                  </a:lnTo>
                  <a:lnTo>
                    <a:pt x="901" y="1469"/>
                  </a:lnTo>
                  <a:lnTo>
                    <a:pt x="968" y="1535"/>
                  </a:lnTo>
                  <a:lnTo>
                    <a:pt x="1168" y="1535"/>
                  </a:lnTo>
                  <a:lnTo>
                    <a:pt x="1235" y="1469"/>
                  </a:lnTo>
                  <a:lnTo>
                    <a:pt x="1301" y="1402"/>
                  </a:lnTo>
                  <a:lnTo>
                    <a:pt x="1301" y="1302"/>
                  </a:lnTo>
                  <a:lnTo>
                    <a:pt x="1301" y="1235"/>
                  </a:lnTo>
                  <a:lnTo>
                    <a:pt x="1235" y="1135"/>
                  </a:lnTo>
                  <a:lnTo>
                    <a:pt x="401" y="67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7" name="Google Shape;347;p30"/>
          <p:cNvSpPr/>
          <p:nvPr/>
        </p:nvSpPr>
        <p:spPr>
          <a:xfrm>
            <a:off x="5103004" y="1281918"/>
            <a:ext cx="499077" cy="315591"/>
          </a:xfrm>
          <a:custGeom>
            <a:rect b="b" l="l" r="r" t="t"/>
            <a:pathLst>
              <a:path extrusionOk="0" h="7541" w="9476">
                <a:moveTo>
                  <a:pt x="9275" y="0"/>
                </a:moveTo>
                <a:lnTo>
                  <a:pt x="8641" y="34"/>
                </a:lnTo>
                <a:lnTo>
                  <a:pt x="8007" y="100"/>
                </a:lnTo>
                <a:lnTo>
                  <a:pt x="7407" y="200"/>
                </a:lnTo>
                <a:lnTo>
                  <a:pt x="6806" y="334"/>
                </a:lnTo>
                <a:lnTo>
                  <a:pt x="6206" y="534"/>
                </a:lnTo>
                <a:lnTo>
                  <a:pt x="5639" y="768"/>
                </a:lnTo>
                <a:lnTo>
                  <a:pt x="5071" y="1001"/>
                </a:lnTo>
                <a:lnTo>
                  <a:pt x="4538" y="1301"/>
                </a:lnTo>
                <a:lnTo>
                  <a:pt x="4004" y="1635"/>
                </a:lnTo>
                <a:lnTo>
                  <a:pt x="3503" y="1969"/>
                </a:lnTo>
                <a:lnTo>
                  <a:pt x="3036" y="2369"/>
                </a:lnTo>
                <a:lnTo>
                  <a:pt x="2569" y="2803"/>
                </a:lnTo>
                <a:lnTo>
                  <a:pt x="2136" y="3236"/>
                </a:lnTo>
                <a:lnTo>
                  <a:pt x="1735" y="3704"/>
                </a:lnTo>
                <a:lnTo>
                  <a:pt x="1368" y="4204"/>
                </a:lnTo>
                <a:lnTo>
                  <a:pt x="1035" y="4738"/>
                </a:lnTo>
                <a:lnTo>
                  <a:pt x="701" y="5338"/>
                </a:lnTo>
                <a:lnTo>
                  <a:pt x="434" y="5972"/>
                </a:lnTo>
                <a:lnTo>
                  <a:pt x="200" y="6606"/>
                </a:lnTo>
                <a:lnTo>
                  <a:pt x="0" y="7240"/>
                </a:lnTo>
                <a:lnTo>
                  <a:pt x="0" y="7340"/>
                </a:lnTo>
                <a:lnTo>
                  <a:pt x="34" y="7440"/>
                </a:lnTo>
                <a:lnTo>
                  <a:pt x="100" y="7507"/>
                </a:lnTo>
                <a:lnTo>
                  <a:pt x="167" y="7540"/>
                </a:lnTo>
                <a:lnTo>
                  <a:pt x="334" y="7540"/>
                </a:lnTo>
                <a:lnTo>
                  <a:pt x="401" y="7474"/>
                </a:lnTo>
                <a:lnTo>
                  <a:pt x="467" y="7373"/>
                </a:lnTo>
                <a:lnTo>
                  <a:pt x="668" y="6673"/>
                </a:lnTo>
                <a:lnTo>
                  <a:pt x="934" y="6006"/>
                </a:lnTo>
                <a:lnTo>
                  <a:pt x="1235" y="5338"/>
                </a:lnTo>
                <a:lnTo>
                  <a:pt x="1602" y="4738"/>
                </a:lnTo>
                <a:lnTo>
                  <a:pt x="2035" y="4137"/>
                </a:lnTo>
                <a:lnTo>
                  <a:pt x="2469" y="3570"/>
                </a:lnTo>
                <a:lnTo>
                  <a:pt x="2970" y="3036"/>
                </a:lnTo>
                <a:lnTo>
                  <a:pt x="3537" y="2569"/>
                </a:lnTo>
                <a:lnTo>
                  <a:pt x="4137" y="2102"/>
                </a:lnTo>
                <a:lnTo>
                  <a:pt x="4805" y="1668"/>
                </a:lnTo>
                <a:lnTo>
                  <a:pt x="5505" y="1335"/>
                </a:lnTo>
                <a:lnTo>
                  <a:pt x="6206" y="1035"/>
                </a:lnTo>
                <a:lnTo>
                  <a:pt x="6940" y="801"/>
                </a:lnTo>
                <a:lnTo>
                  <a:pt x="7707" y="634"/>
                </a:lnTo>
                <a:lnTo>
                  <a:pt x="8474" y="534"/>
                </a:lnTo>
                <a:lnTo>
                  <a:pt x="9275" y="467"/>
                </a:lnTo>
                <a:lnTo>
                  <a:pt x="9375" y="467"/>
                </a:lnTo>
                <a:lnTo>
                  <a:pt x="9442" y="401"/>
                </a:lnTo>
                <a:lnTo>
                  <a:pt x="9475" y="334"/>
                </a:lnTo>
                <a:lnTo>
                  <a:pt x="9475" y="234"/>
                </a:lnTo>
                <a:lnTo>
                  <a:pt x="9475" y="134"/>
                </a:lnTo>
                <a:lnTo>
                  <a:pt x="9442" y="67"/>
                </a:lnTo>
                <a:lnTo>
                  <a:pt x="937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0"/>
          <p:cNvSpPr/>
          <p:nvPr/>
        </p:nvSpPr>
        <p:spPr>
          <a:xfrm rot="-8673942">
            <a:off x="7310970" y="3324470"/>
            <a:ext cx="499078" cy="315581"/>
          </a:xfrm>
          <a:custGeom>
            <a:rect b="b" l="l" r="r" t="t"/>
            <a:pathLst>
              <a:path extrusionOk="0" h="7541" w="9476">
                <a:moveTo>
                  <a:pt x="9275" y="0"/>
                </a:moveTo>
                <a:lnTo>
                  <a:pt x="8641" y="34"/>
                </a:lnTo>
                <a:lnTo>
                  <a:pt x="8007" y="100"/>
                </a:lnTo>
                <a:lnTo>
                  <a:pt x="7407" y="200"/>
                </a:lnTo>
                <a:lnTo>
                  <a:pt x="6806" y="334"/>
                </a:lnTo>
                <a:lnTo>
                  <a:pt x="6206" y="534"/>
                </a:lnTo>
                <a:lnTo>
                  <a:pt x="5639" y="768"/>
                </a:lnTo>
                <a:lnTo>
                  <a:pt x="5071" y="1001"/>
                </a:lnTo>
                <a:lnTo>
                  <a:pt x="4538" y="1301"/>
                </a:lnTo>
                <a:lnTo>
                  <a:pt x="4004" y="1635"/>
                </a:lnTo>
                <a:lnTo>
                  <a:pt x="3503" y="1969"/>
                </a:lnTo>
                <a:lnTo>
                  <a:pt x="3036" y="2369"/>
                </a:lnTo>
                <a:lnTo>
                  <a:pt x="2569" y="2803"/>
                </a:lnTo>
                <a:lnTo>
                  <a:pt x="2136" y="3236"/>
                </a:lnTo>
                <a:lnTo>
                  <a:pt x="1735" y="3704"/>
                </a:lnTo>
                <a:lnTo>
                  <a:pt x="1368" y="4204"/>
                </a:lnTo>
                <a:lnTo>
                  <a:pt x="1035" y="4738"/>
                </a:lnTo>
                <a:lnTo>
                  <a:pt x="701" y="5338"/>
                </a:lnTo>
                <a:lnTo>
                  <a:pt x="434" y="5972"/>
                </a:lnTo>
                <a:lnTo>
                  <a:pt x="200" y="6606"/>
                </a:lnTo>
                <a:lnTo>
                  <a:pt x="0" y="7240"/>
                </a:lnTo>
                <a:lnTo>
                  <a:pt x="0" y="7340"/>
                </a:lnTo>
                <a:lnTo>
                  <a:pt x="34" y="7440"/>
                </a:lnTo>
                <a:lnTo>
                  <a:pt x="100" y="7507"/>
                </a:lnTo>
                <a:lnTo>
                  <a:pt x="167" y="7540"/>
                </a:lnTo>
                <a:lnTo>
                  <a:pt x="334" y="7540"/>
                </a:lnTo>
                <a:lnTo>
                  <a:pt x="401" y="7474"/>
                </a:lnTo>
                <a:lnTo>
                  <a:pt x="467" y="7373"/>
                </a:lnTo>
                <a:lnTo>
                  <a:pt x="668" y="6673"/>
                </a:lnTo>
                <a:lnTo>
                  <a:pt x="934" y="6006"/>
                </a:lnTo>
                <a:lnTo>
                  <a:pt x="1235" y="5338"/>
                </a:lnTo>
                <a:lnTo>
                  <a:pt x="1602" y="4738"/>
                </a:lnTo>
                <a:lnTo>
                  <a:pt x="2035" y="4137"/>
                </a:lnTo>
                <a:lnTo>
                  <a:pt x="2469" y="3570"/>
                </a:lnTo>
                <a:lnTo>
                  <a:pt x="2970" y="3036"/>
                </a:lnTo>
                <a:lnTo>
                  <a:pt x="3537" y="2569"/>
                </a:lnTo>
                <a:lnTo>
                  <a:pt x="4137" y="2102"/>
                </a:lnTo>
                <a:lnTo>
                  <a:pt x="4805" y="1668"/>
                </a:lnTo>
                <a:lnTo>
                  <a:pt x="5505" y="1335"/>
                </a:lnTo>
                <a:lnTo>
                  <a:pt x="6206" y="1035"/>
                </a:lnTo>
                <a:lnTo>
                  <a:pt x="6940" y="801"/>
                </a:lnTo>
                <a:lnTo>
                  <a:pt x="7707" y="634"/>
                </a:lnTo>
                <a:lnTo>
                  <a:pt x="8474" y="534"/>
                </a:lnTo>
                <a:lnTo>
                  <a:pt x="9275" y="467"/>
                </a:lnTo>
                <a:lnTo>
                  <a:pt x="9375" y="467"/>
                </a:lnTo>
                <a:lnTo>
                  <a:pt x="9442" y="401"/>
                </a:lnTo>
                <a:lnTo>
                  <a:pt x="9475" y="334"/>
                </a:lnTo>
                <a:lnTo>
                  <a:pt x="9475" y="234"/>
                </a:lnTo>
                <a:lnTo>
                  <a:pt x="9475" y="134"/>
                </a:lnTo>
                <a:lnTo>
                  <a:pt x="9442" y="67"/>
                </a:lnTo>
                <a:lnTo>
                  <a:pt x="937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0"/>
          <p:cNvSpPr txBox="1"/>
          <p:nvPr>
            <p:ph idx="1" type="subTitle"/>
          </p:nvPr>
        </p:nvSpPr>
        <p:spPr>
          <a:xfrm>
            <a:off x="752850" y="2358550"/>
            <a:ext cx="37722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The application calculates an optimized 24-hour schedule based on: </a:t>
            </a:r>
            <a:endParaRPr/>
          </a:p>
        </p:txBody>
      </p:sp>
      <p:grpSp>
        <p:nvGrpSpPr>
          <p:cNvPr id="350" name="Google Shape;350;p30"/>
          <p:cNvGrpSpPr/>
          <p:nvPr/>
        </p:nvGrpSpPr>
        <p:grpSpPr>
          <a:xfrm>
            <a:off x="7434167" y="2797046"/>
            <a:ext cx="354527" cy="354558"/>
            <a:chOff x="-34032200" y="2634975"/>
            <a:chExt cx="292225" cy="292250"/>
          </a:xfrm>
        </p:grpSpPr>
        <p:sp>
          <p:nvSpPr>
            <p:cNvPr id="351" name="Google Shape;351;p30"/>
            <p:cNvSpPr/>
            <p:nvPr/>
          </p:nvSpPr>
          <p:spPr>
            <a:xfrm>
              <a:off x="-34032200" y="2634975"/>
              <a:ext cx="292225" cy="292250"/>
            </a:xfrm>
            <a:custGeom>
              <a:rect b="b" l="l" r="r" t="t"/>
              <a:pathLst>
                <a:path extrusionOk="0" h="11690" w="11689">
                  <a:moveTo>
                    <a:pt x="5766" y="662"/>
                  </a:moveTo>
                  <a:cubicBezTo>
                    <a:pt x="8602" y="662"/>
                    <a:pt x="10933" y="2962"/>
                    <a:pt x="10933" y="5798"/>
                  </a:cubicBezTo>
                  <a:cubicBezTo>
                    <a:pt x="10933" y="6806"/>
                    <a:pt x="10649" y="7783"/>
                    <a:pt x="10114" y="8602"/>
                  </a:cubicBezTo>
                  <a:lnTo>
                    <a:pt x="10145" y="8444"/>
                  </a:lnTo>
                  <a:cubicBezTo>
                    <a:pt x="10177" y="8350"/>
                    <a:pt x="10145" y="8224"/>
                    <a:pt x="10082" y="8129"/>
                  </a:cubicBezTo>
                  <a:cubicBezTo>
                    <a:pt x="9988" y="8066"/>
                    <a:pt x="9862" y="8035"/>
                    <a:pt x="9767" y="8035"/>
                  </a:cubicBezTo>
                  <a:lnTo>
                    <a:pt x="9641" y="8066"/>
                  </a:lnTo>
                  <a:cubicBezTo>
                    <a:pt x="10019" y="7405"/>
                    <a:pt x="10240" y="6617"/>
                    <a:pt x="10240" y="5829"/>
                  </a:cubicBezTo>
                  <a:cubicBezTo>
                    <a:pt x="10240" y="3372"/>
                    <a:pt x="8223" y="1356"/>
                    <a:pt x="5766" y="1356"/>
                  </a:cubicBezTo>
                  <a:cubicBezTo>
                    <a:pt x="5136" y="1356"/>
                    <a:pt x="4506" y="1482"/>
                    <a:pt x="3970" y="1765"/>
                  </a:cubicBezTo>
                  <a:cubicBezTo>
                    <a:pt x="3813" y="1828"/>
                    <a:pt x="3718" y="2017"/>
                    <a:pt x="3813" y="2175"/>
                  </a:cubicBezTo>
                  <a:lnTo>
                    <a:pt x="3970" y="2553"/>
                  </a:lnTo>
                  <a:lnTo>
                    <a:pt x="2710" y="2742"/>
                  </a:lnTo>
                  <a:lnTo>
                    <a:pt x="2301" y="2773"/>
                  </a:lnTo>
                  <a:cubicBezTo>
                    <a:pt x="2364" y="2647"/>
                    <a:pt x="2710" y="1324"/>
                    <a:pt x="2742" y="1198"/>
                  </a:cubicBezTo>
                  <a:lnTo>
                    <a:pt x="2836" y="1293"/>
                  </a:lnTo>
                  <a:cubicBezTo>
                    <a:pt x="2898" y="1354"/>
                    <a:pt x="2986" y="1402"/>
                    <a:pt x="3084" y="1402"/>
                  </a:cubicBezTo>
                  <a:cubicBezTo>
                    <a:pt x="3136" y="1402"/>
                    <a:pt x="3191" y="1389"/>
                    <a:pt x="3246" y="1356"/>
                  </a:cubicBezTo>
                  <a:cubicBezTo>
                    <a:pt x="4033" y="883"/>
                    <a:pt x="4915" y="662"/>
                    <a:pt x="5766" y="662"/>
                  </a:cubicBezTo>
                  <a:close/>
                  <a:moveTo>
                    <a:pt x="6144" y="2080"/>
                  </a:moveTo>
                  <a:cubicBezTo>
                    <a:pt x="7940" y="2238"/>
                    <a:pt x="9358" y="3687"/>
                    <a:pt x="9515" y="5451"/>
                  </a:cubicBezTo>
                  <a:lnTo>
                    <a:pt x="9200" y="5451"/>
                  </a:lnTo>
                  <a:cubicBezTo>
                    <a:pt x="9011" y="5451"/>
                    <a:pt x="8854" y="5609"/>
                    <a:pt x="8854" y="5829"/>
                  </a:cubicBezTo>
                  <a:cubicBezTo>
                    <a:pt x="8854" y="6018"/>
                    <a:pt x="9011" y="6176"/>
                    <a:pt x="9200" y="6176"/>
                  </a:cubicBezTo>
                  <a:lnTo>
                    <a:pt x="9515" y="6176"/>
                  </a:lnTo>
                  <a:cubicBezTo>
                    <a:pt x="9452" y="6932"/>
                    <a:pt x="9169" y="7657"/>
                    <a:pt x="8665" y="8255"/>
                  </a:cubicBezTo>
                  <a:lnTo>
                    <a:pt x="6995" y="8570"/>
                  </a:lnTo>
                  <a:cubicBezTo>
                    <a:pt x="6900" y="8602"/>
                    <a:pt x="6806" y="8665"/>
                    <a:pt x="6774" y="8759"/>
                  </a:cubicBezTo>
                  <a:cubicBezTo>
                    <a:pt x="6743" y="8885"/>
                    <a:pt x="6743" y="9011"/>
                    <a:pt x="6806" y="9074"/>
                  </a:cubicBezTo>
                  <a:lnTo>
                    <a:pt x="6995" y="9389"/>
                  </a:lnTo>
                  <a:cubicBezTo>
                    <a:pt x="6743" y="9484"/>
                    <a:pt x="6459" y="9547"/>
                    <a:pt x="6176" y="9547"/>
                  </a:cubicBezTo>
                  <a:lnTo>
                    <a:pt x="6176" y="9232"/>
                  </a:lnTo>
                  <a:cubicBezTo>
                    <a:pt x="6176" y="9043"/>
                    <a:pt x="6018" y="8885"/>
                    <a:pt x="5829" y="8885"/>
                  </a:cubicBezTo>
                  <a:cubicBezTo>
                    <a:pt x="5640" y="8885"/>
                    <a:pt x="5483" y="9043"/>
                    <a:pt x="5483" y="9232"/>
                  </a:cubicBezTo>
                  <a:lnTo>
                    <a:pt x="5483" y="9547"/>
                  </a:lnTo>
                  <a:cubicBezTo>
                    <a:pt x="3655" y="9389"/>
                    <a:pt x="2238" y="7940"/>
                    <a:pt x="2080" y="6176"/>
                  </a:cubicBezTo>
                  <a:lnTo>
                    <a:pt x="2395" y="6176"/>
                  </a:lnTo>
                  <a:cubicBezTo>
                    <a:pt x="2584" y="6176"/>
                    <a:pt x="2742" y="6018"/>
                    <a:pt x="2742" y="5829"/>
                  </a:cubicBezTo>
                  <a:cubicBezTo>
                    <a:pt x="2742" y="5609"/>
                    <a:pt x="2584" y="5451"/>
                    <a:pt x="2395" y="5451"/>
                  </a:cubicBezTo>
                  <a:lnTo>
                    <a:pt x="2080" y="5451"/>
                  </a:lnTo>
                  <a:cubicBezTo>
                    <a:pt x="2175" y="4727"/>
                    <a:pt x="2427" y="3971"/>
                    <a:pt x="2962" y="3372"/>
                  </a:cubicBezTo>
                  <a:lnTo>
                    <a:pt x="4474" y="3183"/>
                  </a:lnTo>
                  <a:cubicBezTo>
                    <a:pt x="4600" y="3183"/>
                    <a:pt x="4663" y="3088"/>
                    <a:pt x="4726" y="3025"/>
                  </a:cubicBezTo>
                  <a:cubicBezTo>
                    <a:pt x="4758" y="2931"/>
                    <a:pt x="4758" y="2836"/>
                    <a:pt x="4726" y="2710"/>
                  </a:cubicBezTo>
                  <a:lnTo>
                    <a:pt x="4506" y="2269"/>
                  </a:lnTo>
                  <a:cubicBezTo>
                    <a:pt x="4789" y="2143"/>
                    <a:pt x="5104" y="2112"/>
                    <a:pt x="5420" y="2080"/>
                  </a:cubicBezTo>
                  <a:lnTo>
                    <a:pt x="5420" y="2395"/>
                  </a:lnTo>
                  <a:cubicBezTo>
                    <a:pt x="5420" y="2584"/>
                    <a:pt x="5577" y="2742"/>
                    <a:pt x="5766" y="2742"/>
                  </a:cubicBezTo>
                  <a:cubicBezTo>
                    <a:pt x="5987" y="2742"/>
                    <a:pt x="6144" y="2584"/>
                    <a:pt x="6144" y="2395"/>
                  </a:cubicBezTo>
                  <a:lnTo>
                    <a:pt x="6144" y="2080"/>
                  </a:lnTo>
                  <a:close/>
                  <a:moveTo>
                    <a:pt x="1607" y="2899"/>
                  </a:moveTo>
                  <a:lnTo>
                    <a:pt x="1544" y="3151"/>
                  </a:lnTo>
                  <a:cubicBezTo>
                    <a:pt x="1481" y="3246"/>
                    <a:pt x="1544" y="3372"/>
                    <a:pt x="1607" y="3466"/>
                  </a:cubicBezTo>
                  <a:cubicBezTo>
                    <a:pt x="1670" y="3529"/>
                    <a:pt x="1796" y="3561"/>
                    <a:pt x="1922" y="3561"/>
                  </a:cubicBezTo>
                  <a:lnTo>
                    <a:pt x="1985" y="3561"/>
                  </a:lnTo>
                  <a:cubicBezTo>
                    <a:pt x="1607" y="4254"/>
                    <a:pt x="1387" y="5042"/>
                    <a:pt x="1387" y="5861"/>
                  </a:cubicBezTo>
                  <a:cubicBezTo>
                    <a:pt x="1387" y="8287"/>
                    <a:pt x="3372" y="10303"/>
                    <a:pt x="5829" y="10303"/>
                  </a:cubicBezTo>
                  <a:cubicBezTo>
                    <a:pt x="6459" y="10303"/>
                    <a:pt x="7089" y="10177"/>
                    <a:pt x="7688" y="9925"/>
                  </a:cubicBezTo>
                  <a:cubicBezTo>
                    <a:pt x="7751" y="9862"/>
                    <a:pt x="7845" y="9799"/>
                    <a:pt x="7877" y="9704"/>
                  </a:cubicBezTo>
                  <a:cubicBezTo>
                    <a:pt x="7908" y="9641"/>
                    <a:pt x="7877" y="9515"/>
                    <a:pt x="7845" y="9452"/>
                  </a:cubicBezTo>
                  <a:lnTo>
                    <a:pt x="7688" y="9200"/>
                  </a:lnTo>
                  <a:lnTo>
                    <a:pt x="9421" y="8854"/>
                  </a:lnTo>
                  <a:lnTo>
                    <a:pt x="9421" y="8854"/>
                  </a:lnTo>
                  <a:cubicBezTo>
                    <a:pt x="9326" y="9200"/>
                    <a:pt x="9074" y="10177"/>
                    <a:pt x="9011" y="10492"/>
                  </a:cubicBezTo>
                  <a:lnTo>
                    <a:pt x="8759" y="10303"/>
                  </a:lnTo>
                  <a:cubicBezTo>
                    <a:pt x="8708" y="10235"/>
                    <a:pt x="8640" y="10204"/>
                    <a:pt x="8567" y="10204"/>
                  </a:cubicBezTo>
                  <a:cubicBezTo>
                    <a:pt x="8505" y="10204"/>
                    <a:pt x="8439" y="10228"/>
                    <a:pt x="8381" y="10271"/>
                  </a:cubicBezTo>
                  <a:cubicBezTo>
                    <a:pt x="7593" y="10744"/>
                    <a:pt x="6680" y="10965"/>
                    <a:pt x="5829" y="10965"/>
                  </a:cubicBezTo>
                  <a:cubicBezTo>
                    <a:pt x="2994" y="10965"/>
                    <a:pt x="662" y="8665"/>
                    <a:pt x="662" y="5829"/>
                  </a:cubicBezTo>
                  <a:cubicBezTo>
                    <a:pt x="662" y="4758"/>
                    <a:pt x="977" y="3781"/>
                    <a:pt x="1607" y="2899"/>
                  </a:cubicBezTo>
                  <a:close/>
                  <a:moveTo>
                    <a:pt x="5766" y="1"/>
                  </a:moveTo>
                  <a:cubicBezTo>
                    <a:pt x="4884" y="1"/>
                    <a:pt x="3970" y="221"/>
                    <a:pt x="3151" y="662"/>
                  </a:cubicBezTo>
                  <a:lnTo>
                    <a:pt x="2836" y="316"/>
                  </a:lnTo>
                  <a:cubicBezTo>
                    <a:pt x="2765" y="245"/>
                    <a:pt x="2677" y="210"/>
                    <a:pt x="2597" y="210"/>
                  </a:cubicBezTo>
                  <a:cubicBezTo>
                    <a:pt x="2570" y="210"/>
                    <a:pt x="2545" y="214"/>
                    <a:pt x="2521" y="221"/>
                  </a:cubicBezTo>
                  <a:cubicBezTo>
                    <a:pt x="2395" y="253"/>
                    <a:pt x="2301" y="347"/>
                    <a:pt x="2269" y="473"/>
                  </a:cubicBezTo>
                  <a:lnTo>
                    <a:pt x="1985" y="1450"/>
                  </a:lnTo>
                  <a:cubicBezTo>
                    <a:pt x="694" y="2553"/>
                    <a:pt x="1" y="4160"/>
                    <a:pt x="1" y="5829"/>
                  </a:cubicBezTo>
                  <a:cubicBezTo>
                    <a:pt x="1" y="7342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774" y="11689"/>
                    <a:pt x="7719" y="11437"/>
                    <a:pt x="8539" y="11028"/>
                  </a:cubicBezTo>
                  <a:lnTo>
                    <a:pt x="8980" y="11406"/>
                  </a:lnTo>
                  <a:cubicBezTo>
                    <a:pt x="9027" y="11477"/>
                    <a:pt x="9110" y="11512"/>
                    <a:pt x="9201" y="11512"/>
                  </a:cubicBezTo>
                  <a:cubicBezTo>
                    <a:pt x="9232" y="11512"/>
                    <a:pt x="9263" y="11508"/>
                    <a:pt x="9295" y="11500"/>
                  </a:cubicBezTo>
                  <a:cubicBezTo>
                    <a:pt x="9421" y="11437"/>
                    <a:pt x="9484" y="11374"/>
                    <a:pt x="9515" y="11248"/>
                  </a:cubicBezTo>
                  <a:lnTo>
                    <a:pt x="9799" y="10114"/>
                  </a:lnTo>
                  <a:cubicBezTo>
                    <a:pt x="10996" y="9011"/>
                    <a:pt x="11689" y="7468"/>
                    <a:pt x="11689" y="5861"/>
                  </a:cubicBezTo>
                  <a:cubicBezTo>
                    <a:pt x="11658" y="2616"/>
                    <a:pt x="9011" y="1"/>
                    <a:pt x="57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-33947125" y="2735800"/>
              <a:ext cx="51200" cy="86675"/>
            </a:xfrm>
            <a:custGeom>
              <a:rect b="b" l="l" r="r" t="t"/>
              <a:pathLst>
                <a:path extrusionOk="0" h="3467" w="2048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229"/>
                    <a:pt x="158" y="1387"/>
                    <a:pt x="378" y="1387"/>
                  </a:cubicBezTo>
                  <a:cubicBezTo>
                    <a:pt x="567" y="1387"/>
                    <a:pt x="725" y="1229"/>
                    <a:pt x="725" y="1040"/>
                  </a:cubicBezTo>
                  <a:cubicBezTo>
                    <a:pt x="725" y="851"/>
                    <a:pt x="882" y="662"/>
                    <a:pt x="1071" y="662"/>
                  </a:cubicBezTo>
                  <a:cubicBezTo>
                    <a:pt x="1292" y="662"/>
                    <a:pt x="1449" y="851"/>
                    <a:pt x="1449" y="1040"/>
                  </a:cubicBezTo>
                  <a:lnTo>
                    <a:pt x="1449" y="1292"/>
                  </a:lnTo>
                  <a:cubicBezTo>
                    <a:pt x="1449" y="1418"/>
                    <a:pt x="1355" y="1544"/>
                    <a:pt x="1229" y="1639"/>
                  </a:cubicBezTo>
                  <a:lnTo>
                    <a:pt x="599" y="1954"/>
                  </a:lnTo>
                  <a:cubicBezTo>
                    <a:pt x="252" y="2111"/>
                    <a:pt x="63" y="2458"/>
                    <a:pt x="63" y="2836"/>
                  </a:cubicBezTo>
                  <a:lnTo>
                    <a:pt x="63" y="3119"/>
                  </a:lnTo>
                  <a:cubicBezTo>
                    <a:pt x="0" y="3372"/>
                    <a:pt x="158" y="3466"/>
                    <a:pt x="315" y="3466"/>
                  </a:cubicBezTo>
                  <a:lnTo>
                    <a:pt x="1701" y="3466"/>
                  </a:lnTo>
                  <a:cubicBezTo>
                    <a:pt x="1891" y="3466"/>
                    <a:pt x="2048" y="3309"/>
                    <a:pt x="2048" y="3119"/>
                  </a:cubicBezTo>
                  <a:cubicBezTo>
                    <a:pt x="2048" y="2930"/>
                    <a:pt x="1891" y="2773"/>
                    <a:pt x="1701" y="2773"/>
                  </a:cubicBezTo>
                  <a:lnTo>
                    <a:pt x="693" y="2773"/>
                  </a:lnTo>
                  <a:cubicBezTo>
                    <a:pt x="725" y="2678"/>
                    <a:pt x="756" y="2584"/>
                    <a:pt x="882" y="2521"/>
                  </a:cubicBezTo>
                  <a:lnTo>
                    <a:pt x="1512" y="2206"/>
                  </a:lnTo>
                  <a:cubicBezTo>
                    <a:pt x="1859" y="2048"/>
                    <a:pt x="2048" y="1702"/>
                    <a:pt x="2048" y="1292"/>
                  </a:cubicBezTo>
                  <a:lnTo>
                    <a:pt x="2048" y="1040"/>
                  </a:lnTo>
                  <a:cubicBezTo>
                    <a:pt x="2048" y="473"/>
                    <a:pt x="1575" y="1"/>
                    <a:pt x="10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-33878600" y="2737375"/>
              <a:ext cx="52000" cy="86675"/>
            </a:xfrm>
            <a:custGeom>
              <a:rect b="b" l="l" r="r" t="t"/>
              <a:pathLst>
                <a:path extrusionOk="0" h="3467" w="208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22"/>
                    <a:pt x="158" y="2080"/>
                    <a:pt x="347" y="2080"/>
                  </a:cubicBezTo>
                  <a:lnTo>
                    <a:pt x="1355" y="2080"/>
                  </a:lnTo>
                  <a:lnTo>
                    <a:pt x="1355" y="3088"/>
                  </a:lnTo>
                  <a:cubicBezTo>
                    <a:pt x="1355" y="3309"/>
                    <a:pt x="1512" y="3466"/>
                    <a:pt x="1733" y="3466"/>
                  </a:cubicBezTo>
                  <a:cubicBezTo>
                    <a:pt x="1922" y="3466"/>
                    <a:pt x="2079" y="3309"/>
                    <a:pt x="2079" y="3088"/>
                  </a:cubicBezTo>
                  <a:lnTo>
                    <a:pt x="2079" y="1733"/>
                  </a:lnTo>
                  <a:lnTo>
                    <a:pt x="2079" y="347"/>
                  </a:lnTo>
                  <a:cubicBezTo>
                    <a:pt x="2079" y="158"/>
                    <a:pt x="1922" y="1"/>
                    <a:pt x="1733" y="1"/>
                  </a:cubicBezTo>
                  <a:cubicBezTo>
                    <a:pt x="1512" y="1"/>
                    <a:pt x="1355" y="158"/>
                    <a:pt x="1355" y="347"/>
                  </a:cubicBezTo>
                  <a:lnTo>
                    <a:pt x="1355" y="1355"/>
                  </a:lnTo>
                  <a:lnTo>
                    <a:pt x="693" y="1355"/>
                  </a:ln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"/>
          <p:cNvSpPr/>
          <p:nvPr/>
        </p:nvSpPr>
        <p:spPr>
          <a:xfrm>
            <a:off x="1037342" y="1716825"/>
            <a:ext cx="2144100" cy="214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1"/>
          <p:cNvSpPr txBox="1"/>
          <p:nvPr>
            <p:ph type="title"/>
          </p:nvPr>
        </p:nvSpPr>
        <p:spPr>
          <a:xfrm>
            <a:off x="3758108" y="1183875"/>
            <a:ext cx="307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MAIN IDEA</a:t>
            </a:r>
            <a:endParaRPr/>
          </a:p>
        </p:txBody>
      </p:sp>
      <p:sp>
        <p:nvSpPr>
          <p:cNvPr id="360" name="Google Shape;360;p31"/>
          <p:cNvSpPr txBox="1"/>
          <p:nvPr>
            <p:ph idx="2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Numerical Optimization</a:t>
            </a:r>
            <a:endParaRPr/>
          </a:p>
        </p:txBody>
      </p:sp>
      <p:sp>
        <p:nvSpPr>
          <p:cNvPr id="361" name="Google Shape;361;p31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2" name="Google Shape;362;p31"/>
          <p:cNvSpPr txBox="1"/>
          <p:nvPr>
            <p:ph idx="1" type="body"/>
          </p:nvPr>
        </p:nvSpPr>
        <p:spPr>
          <a:xfrm>
            <a:off x="3758100" y="1939675"/>
            <a:ext cx="4558200" cy="2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user enters household and appliance data.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program then decides when each appliance should work so that the total electricity cost is as low as possible.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result is shown visually through charts, schedule blocks and summary cards.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00"/>
              </a:spcAft>
              <a:buNone/>
            </a:pPr>
            <a:r>
              <a:t/>
            </a:r>
            <a:endParaRPr/>
          </a:p>
        </p:txBody>
      </p:sp>
      <p:grpSp>
        <p:nvGrpSpPr>
          <p:cNvPr id="363" name="Google Shape;363;p31"/>
          <p:cNvGrpSpPr/>
          <p:nvPr/>
        </p:nvGrpSpPr>
        <p:grpSpPr>
          <a:xfrm>
            <a:off x="1173557" y="1892326"/>
            <a:ext cx="1871698" cy="1688837"/>
            <a:chOff x="858650" y="3046400"/>
            <a:chExt cx="1118500" cy="1009225"/>
          </a:xfrm>
        </p:grpSpPr>
        <p:sp>
          <p:nvSpPr>
            <p:cNvPr id="364" name="Google Shape;364;p31"/>
            <p:cNvSpPr/>
            <p:nvPr/>
          </p:nvSpPr>
          <p:spPr>
            <a:xfrm>
              <a:off x="1109700" y="3269925"/>
              <a:ext cx="667275" cy="621400"/>
            </a:xfrm>
            <a:custGeom>
              <a:rect b="b" l="l" r="r" t="t"/>
              <a:pathLst>
                <a:path extrusionOk="0" h="24856" w="26691">
                  <a:moveTo>
                    <a:pt x="11711" y="0"/>
                  </a:moveTo>
                  <a:lnTo>
                    <a:pt x="10643" y="34"/>
                  </a:lnTo>
                  <a:lnTo>
                    <a:pt x="9576" y="67"/>
                  </a:lnTo>
                  <a:lnTo>
                    <a:pt x="8508" y="200"/>
                  </a:lnTo>
                  <a:lnTo>
                    <a:pt x="7441" y="367"/>
                  </a:lnTo>
                  <a:lnTo>
                    <a:pt x="6406" y="601"/>
                  </a:lnTo>
                  <a:lnTo>
                    <a:pt x="5873" y="734"/>
                  </a:lnTo>
                  <a:lnTo>
                    <a:pt x="5372" y="901"/>
                  </a:lnTo>
                  <a:lnTo>
                    <a:pt x="4905" y="1101"/>
                  </a:lnTo>
                  <a:lnTo>
                    <a:pt x="4405" y="1335"/>
                  </a:lnTo>
                  <a:lnTo>
                    <a:pt x="3938" y="1568"/>
                  </a:lnTo>
                  <a:lnTo>
                    <a:pt x="3504" y="1869"/>
                  </a:lnTo>
                  <a:lnTo>
                    <a:pt x="3104" y="2169"/>
                  </a:lnTo>
                  <a:lnTo>
                    <a:pt x="2703" y="2502"/>
                  </a:lnTo>
                  <a:lnTo>
                    <a:pt x="2436" y="2769"/>
                  </a:lnTo>
                  <a:lnTo>
                    <a:pt x="2203" y="3036"/>
                  </a:lnTo>
                  <a:lnTo>
                    <a:pt x="1969" y="3337"/>
                  </a:lnTo>
                  <a:lnTo>
                    <a:pt x="1769" y="3637"/>
                  </a:lnTo>
                  <a:lnTo>
                    <a:pt x="1402" y="4271"/>
                  </a:lnTo>
                  <a:lnTo>
                    <a:pt x="1102" y="4938"/>
                  </a:lnTo>
                  <a:lnTo>
                    <a:pt x="835" y="5639"/>
                  </a:lnTo>
                  <a:lnTo>
                    <a:pt x="635" y="6339"/>
                  </a:lnTo>
                  <a:lnTo>
                    <a:pt x="435" y="7073"/>
                  </a:lnTo>
                  <a:lnTo>
                    <a:pt x="301" y="7774"/>
                  </a:lnTo>
                  <a:lnTo>
                    <a:pt x="134" y="8675"/>
                  </a:lnTo>
                  <a:lnTo>
                    <a:pt x="34" y="9575"/>
                  </a:lnTo>
                  <a:lnTo>
                    <a:pt x="1" y="10009"/>
                  </a:lnTo>
                  <a:lnTo>
                    <a:pt x="1" y="10443"/>
                  </a:lnTo>
                  <a:lnTo>
                    <a:pt x="34" y="10910"/>
                  </a:lnTo>
                  <a:lnTo>
                    <a:pt x="68" y="11344"/>
                  </a:lnTo>
                  <a:lnTo>
                    <a:pt x="168" y="11844"/>
                  </a:lnTo>
                  <a:lnTo>
                    <a:pt x="301" y="12344"/>
                  </a:lnTo>
                  <a:lnTo>
                    <a:pt x="501" y="12845"/>
                  </a:lnTo>
                  <a:lnTo>
                    <a:pt x="701" y="13345"/>
                  </a:lnTo>
                  <a:lnTo>
                    <a:pt x="968" y="13812"/>
                  </a:lnTo>
                  <a:lnTo>
                    <a:pt x="1269" y="14279"/>
                  </a:lnTo>
                  <a:lnTo>
                    <a:pt x="1569" y="14680"/>
                  </a:lnTo>
                  <a:lnTo>
                    <a:pt x="1903" y="15047"/>
                  </a:lnTo>
                  <a:lnTo>
                    <a:pt x="2169" y="15247"/>
                  </a:lnTo>
                  <a:lnTo>
                    <a:pt x="2403" y="15447"/>
                  </a:lnTo>
                  <a:lnTo>
                    <a:pt x="2970" y="15781"/>
                  </a:lnTo>
                  <a:lnTo>
                    <a:pt x="3537" y="16081"/>
                  </a:lnTo>
                  <a:lnTo>
                    <a:pt x="4138" y="16315"/>
                  </a:lnTo>
                  <a:lnTo>
                    <a:pt x="4838" y="16581"/>
                  </a:lnTo>
                  <a:lnTo>
                    <a:pt x="5172" y="16715"/>
                  </a:lnTo>
                  <a:lnTo>
                    <a:pt x="5506" y="16882"/>
                  </a:lnTo>
                  <a:lnTo>
                    <a:pt x="5839" y="17048"/>
                  </a:lnTo>
                  <a:lnTo>
                    <a:pt x="6140" y="17249"/>
                  </a:lnTo>
                  <a:lnTo>
                    <a:pt x="6406" y="17482"/>
                  </a:lnTo>
                  <a:lnTo>
                    <a:pt x="6640" y="17782"/>
                  </a:lnTo>
                  <a:lnTo>
                    <a:pt x="6840" y="18116"/>
                  </a:lnTo>
                  <a:lnTo>
                    <a:pt x="7007" y="18516"/>
                  </a:lnTo>
                  <a:lnTo>
                    <a:pt x="7107" y="18950"/>
                  </a:lnTo>
                  <a:lnTo>
                    <a:pt x="7207" y="19417"/>
                  </a:lnTo>
                  <a:lnTo>
                    <a:pt x="7341" y="20318"/>
                  </a:lnTo>
                  <a:lnTo>
                    <a:pt x="7407" y="21152"/>
                  </a:lnTo>
                  <a:lnTo>
                    <a:pt x="7741" y="24855"/>
                  </a:lnTo>
                  <a:lnTo>
                    <a:pt x="18584" y="24789"/>
                  </a:lnTo>
                  <a:lnTo>
                    <a:pt x="18584" y="24588"/>
                  </a:lnTo>
                  <a:lnTo>
                    <a:pt x="18584" y="24388"/>
                  </a:lnTo>
                  <a:lnTo>
                    <a:pt x="18550" y="23688"/>
                  </a:lnTo>
                  <a:lnTo>
                    <a:pt x="18550" y="22987"/>
                  </a:lnTo>
                  <a:lnTo>
                    <a:pt x="18617" y="22253"/>
                  </a:lnTo>
                  <a:lnTo>
                    <a:pt x="18684" y="21552"/>
                  </a:lnTo>
                  <a:lnTo>
                    <a:pt x="18817" y="20852"/>
                  </a:lnTo>
                  <a:lnTo>
                    <a:pt x="18984" y="20185"/>
                  </a:lnTo>
                  <a:lnTo>
                    <a:pt x="19218" y="19484"/>
                  </a:lnTo>
                  <a:lnTo>
                    <a:pt x="19485" y="18850"/>
                  </a:lnTo>
                  <a:lnTo>
                    <a:pt x="19785" y="18216"/>
                  </a:lnTo>
                  <a:lnTo>
                    <a:pt x="20118" y="17616"/>
                  </a:lnTo>
                  <a:lnTo>
                    <a:pt x="20519" y="17048"/>
                  </a:lnTo>
                  <a:lnTo>
                    <a:pt x="20986" y="16515"/>
                  </a:lnTo>
                  <a:lnTo>
                    <a:pt x="21486" y="16014"/>
                  </a:lnTo>
                  <a:lnTo>
                    <a:pt x="22020" y="15547"/>
                  </a:lnTo>
                  <a:lnTo>
                    <a:pt x="22621" y="15147"/>
                  </a:lnTo>
                  <a:lnTo>
                    <a:pt x="23255" y="14780"/>
                  </a:lnTo>
                  <a:lnTo>
                    <a:pt x="24089" y="14379"/>
                  </a:lnTo>
                  <a:lnTo>
                    <a:pt x="24489" y="14146"/>
                  </a:lnTo>
                  <a:lnTo>
                    <a:pt x="24856" y="13879"/>
                  </a:lnTo>
                  <a:lnTo>
                    <a:pt x="25156" y="13579"/>
                  </a:lnTo>
                  <a:lnTo>
                    <a:pt x="25423" y="13279"/>
                  </a:lnTo>
                  <a:lnTo>
                    <a:pt x="25623" y="12912"/>
                  </a:lnTo>
                  <a:lnTo>
                    <a:pt x="25790" y="12545"/>
                  </a:lnTo>
                  <a:lnTo>
                    <a:pt x="25924" y="12144"/>
                  </a:lnTo>
                  <a:lnTo>
                    <a:pt x="26057" y="11744"/>
                  </a:lnTo>
                  <a:lnTo>
                    <a:pt x="26224" y="10943"/>
                  </a:lnTo>
                  <a:lnTo>
                    <a:pt x="26391" y="10209"/>
                  </a:lnTo>
                  <a:lnTo>
                    <a:pt x="26524" y="9475"/>
                  </a:lnTo>
                  <a:lnTo>
                    <a:pt x="26624" y="8741"/>
                  </a:lnTo>
                  <a:lnTo>
                    <a:pt x="26657" y="8007"/>
                  </a:lnTo>
                  <a:lnTo>
                    <a:pt x="26691" y="7273"/>
                  </a:lnTo>
                  <a:lnTo>
                    <a:pt x="26624" y="6539"/>
                  </a:lnTo>
                  <a:lnTo>
                    <a:pt x="26557" y="6206"/>
                  </a:lnTo>
                  <a:lnTo>
                    <a:pt x="26457" y="5839"/>
                  </a:lnTo>
                  <a:lnTo>
                    <a:pt x="26357" y="5505"/>
                  </a:lnTo>
                  <a:lnTo>
                    <a:pt x="26224" y="5171"/>
                  </a:lnTo>
                  <a:lnTo>
                    <a:pt x="26057" y="4738"/>
                  </a:lnTo>
                  <a:lnTo>
                    <a:pt x="25823" y="4371"/>
                  </a:lnTo>
                  <a:lnTo>
                    <a:pt x="25557" y="4004"/>
                  </a:lnTo>
                  <a:lnTo>
                    <a:pt x="25290" y="3670"/>
                  </a:lnTo>
                  <a:lnTo>
                    <a:pt x="24989" y="3337"/>
                  </a:lnTo>
                  <a:lnTo>
                    <a:pt x="24656" y="3036"/>
                  </a:lnTo>
                  <a:lnTo>
                    <a:pt x="24322" y="2736"/>
                  </a:lnTo>
                  <a:lnTo>
                    <a:pt x="23955" y="2502"/>
                  </a:lnTo>
                  <a:lnTo>
                    <a:pt x="23588" y="2236"/>
                  </a:lnTo>
                  <a:lnTo>
                    <a:pt x="23188" y="2002"/>
                  </a:lnTo>
                  <a:lnTo>
                    <a:pt x="22787" y="1802"/>
                  </a:lnTo>
                  <a:lnTo>
                    <a:pt x="22354" y="1602"/>
                  </a:lnTo>
                  <a:lnTo>
                    <a:pt x="21520" y="1268"/>
                  </a:lnTo>
                  <a:lnTo>
                    <a:pt x="20652" y="1001"/>
                  </a:lnTo>
                  <a:lnTo>
                    <a:pt x="19952" y="834"/>
                  </a:lnTo>
                  <a:lnTo>
                    <a:pt x="19251" y="701"/>
                  </a:lnTo>
                  <a:lnTo>
                    <a:pt x="18517" y="567"/>
                  </a:lnTo>
                  <a:lnTo>
                    <a:pt x="17816" y="467"/>
                  </a:lnTo>
                  <a:lnTo>
                    <a:pt x="16382" y="301"/>
                  </a:lnTo>
                  <a:lnTo>
                    <a:pt x="14947" y="167"/>
                  </a:lnTo>
                  <a:lnTo>
                    <a:pt x="13880" y="100"/>
                  </a:lnTo>
                  <a:lnTo>
                    <a:pt x="12779" y="34"/>
                  </a:lnTo>
                  <a:lnTo>
                    <a:pt x="11711" y="0"/>
                  </a:lnTo>
                  <a:close/>
                </a:path>
              </a:pathLst>
            </a:custGeom>
            <a:solidFill>
              <a:srgbClr val="F4DF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1"/>
            <p:cNvSpPr/>
            <p:nvPr/>
          </p:nvSpPr>
          <p:spPr>
            <a:xfrm>
              <a:off x="1109700" y="3269925"/>
              <a:ext cx="667275" cy="621400"/>
            </a:xfrm>
            <a:custGeom>
              <a:rect b="b" l="l" r="r" t="t"/>
              <a:pathLst>
                <a:path extrusionOk="0" fill="none" h="24856" w="26691">
                  <a:moveTo>
                    <a:pt x="7741" y="24855"/>
                  </a:moveTo>
                  <a:lnTo>
                    <a:pt x="7741" y="24855"/>
                  </a:lnTo>
                  <a:lnTo>
                    <a:pt x="7407" y="21152"/>
                  </a:lnTo>
                  <a:lnTo>
                    <a:pt x="7407" y="21152"/>
                  </a:lnTo>
                  <a:lnTo>
                    <a:pt x="7341" y="20318"/>
                  </a:lnTo>
                  <a:lnTo>
                    <a:pt x="7207" y="19417"/>
                  </a:lnTo>
                  <a:lnTo>
                    <a:pt x="7107" y="18950"/>
                  </a:lnTo>
                  <a:lnTo>
                    <a:pt x="7007" y="18516"/>
                  </a:lnTo>
                  <a:lnTo>
                    <a:pt x="6840" y="18116"/>
                  </a:lnTo>
                  <a:lnTo>
                    <a:pt x="6640" y="17782"/>
                  </a:lnTo>
                  <a:lnTo>
                    <a:pt x="6640" y="17782"/>
                  </a:lnTo>
                  <a:lnTo>
                    <a:pt x="6406" y="17482"/>
                  </a:lnTo>
                  <a:lnTo>
                    <a:pt x="6140" y="17249"/>
                  </a:lnTo>
                  <a:lnTo>
                    <a:pt x="5839" y="17048"/>
                  </a:lnTo>
                  <a:lnTo>
                    <a:pt x="5506" y="16882"/>
                  </a:lnTo>
                  <a:lnTo>
                    <a:pt x="5172" y="16715"/>
                  </a:lnTo>
                  <a:lnTo>
                    <a:pt x="4838" y="16581"/>
                  </a:lnTo>
                  <a:lnTo>
                    <a:pt x="4138" y="16315"/>
                  </a:lnTo>
                  <a:lnTo>
                    <a:pt x="4138" y="16315"/>
                  </a:lnTo>
                  <a:lnTo>
                    <a:pt x="3537" y="16081"/>
                  </a:lnTo>
                  <a:lnTo>
                    <a:pt x="2970" y="15781"/>
                  </a:lnTo>
                  <a:lnTo>
                    <a:pt x="2403" y="15447"/>
                  </a:lnTo>
                  <a:lnTo>
                    <a:pt x="2169" y="15247"/>
                  </a:lnTo>
                  <a:lnTo>
                    <a:pt x="1903" y="15047"/>
                  </a:lnTo>
                  <a:lnTo>
                    <a:pt x="1903" y="15047"/>
                  </a:lnTo>
                  <a:lnTo>
                    <a:pt x="1569" y="14680"/>
                  </a:lnTo>
                  <a:lnTo>
                    <a:pt x="1269" y="14279"/>
                  </a:lnTo>
                  <a:lnTo>
                    <a:pt x="968" y="13812"/>
                  </a:lnTo>
                  <a:lnTo>
                    <a:pt x="701" y="13345"/>
                  </a:lnTo>
                  <a:lnTo>
                    <a:pt x="501" y="12845"/>
                  </a:lnTo>
                  <a:lnTo>
                    <a:pt x="301" y="12344"/>
                  </a:lnTo>
                  <a:lnTo>
                    <a:pt x="168" y="11844"/>
                  </a:lnTo>
                  <a:lnTo>
                    <a:pt x="68" y="11344"/>
                  </a:lnTo>
                  <a:lnTo>
                    <a:pt x="68" y="11344"/>
                  </a:lnTo>
                  <a:lnTo>
                    <a:pt x="34" y="10910"/>
                  </a:lnTo>
                  <a:lnTo>
                    <a:pt x="1" y="10443"/>
                  </a:lnTo>
                  <a:lnTo>
                    <a:pt x="1" y="10009"/>
                  </a:lnTo>
                  <a:lnTo>
                    <a:pt x="34" y="9575"/>
                  </a:lnTo>
                  <a:lnTo>
                    <a:pt x="134" y="8675"/>
                  </a:lnTo>
                  <a:lnTo>
                    <a:pt x="301" y="7774"/>
                  </a:lnTo>
                  <a:lnTo>
                    <a:pt x="301" y="7774"/>
                  </a:lnTo>
                  <a:lnTo>
                    <a:pt x="435" y="7073"/>
                  </a:lnTo>
                  <a:lnTo>
                    <a:pt x="635" y="6339"/>
                  </a:lnTo>
                  <a:lnTo>
                    <a:pt x="835" y="5639"/>
                  </a:lnTo>
                  <a:lnTo>
                    <a:pt x="1102" y="4938"/>
                  </a:lnTo>
                  <a:lnTo>
                    <a:pt x="1402" y="4271"/>
                  </a:lnTo>
                  <a:lnTo>
                    <a:pt x="1769" y="3637"/>
                  </a:lnTo>
                  <a:lnTo>
                    <a:pt x="1969" y="3337"/>
                  </a:lnTo>
                  <a:lnTo>
                    <a:pt x="2203" y="3036"/>
                  </a:lnTo>
                  <a:lnTo>
                    <a:pt x="2436" y="2769"/>
                  </a:lnTo>
                  <a:lnTo>
                    <a:pt x="2703" y="2502"/>
                  </a:lnTo>
                  <a:lnTo>
                    <a:pt x="2703" y="2502"/>
                  </a:lnTo>
                  <a:lnTo>
                    <a:pt x="3104" y="2169"/>
                  </a:lnTo>
                  <a:lnTo>
                    <a:pt x="3504" y="1869"/>
                  </a:lnTo>
                  <a:lnTo>
                    <a:pt x="3938" y="1568"/>
                  </a:lnTo>
                  <a:lnTo>
                    <a:pt x="4405" y="1335"/>
                  </a:lnTo>
                  <a:lnTo>
                    <a:pt x="4905" y="1101"/>
                  </a:lnTo>
                  <a:lnTo>
                    <a:pt x="5372" y="901"/>
                  </a:lnTo>
                  <a:lnTo>
                    <a:pt x="5873" y="734"/>
                  </a:lnTo>
                  <a:lnTo>
                    <a:pt x="6406" y="601"/>
                  </a:lnTo>
                  <a:lnTo>
                    <a:pt x="6406" y="601"/>
                  </a:lnTo>
                  <a:lnTo>
                    <a:pt x="7441" y="367"/>
                  </a:lnTo>
                  <a:lnTo>
                    <a:pt x="8508" y="200"/>
                  </a:lnTo>
                  <a:lnTo>
                    <a:pt x="9576" y="67"/>
                  </a:lnTo>
                  <a:lnTo>
                    <a:pt x="10643" y="34"/>
                  </a:lnTo>
                  <a:lnTo>
                    <a:pt x="11711" y="0"/>
                  </a:lnTo>
                  <a:lnTo>
                    <a:pt x="12779" y="34"/>
                  </a:lnTo>
                  <a:lnTo>
                    <a:pt x="13880" y="100"/>
                  </a:lnTo>
                  <a:lnTo>
                    <a:pt x="14947" y="167"/>
                  </a:lnTo>
                  <a:lnTo>
                    <a:pt x="14947" y="167"/>
                  </a:lnTo>
                  <a:lnTo>
                    <a:pt x="16382" y="301"/>
                  </a:lnTo>
                  <a:lnTo>
                    <a:pt x="17816" y="467"/>
                  </a:lnTo>
                  <a:lnTo>
                    <a:pt x="18517" y="567"/>
                  </a:lnTo>
                  <a:lnTo>
                    <a:pt x="19251" y="701"/>
                  </a:lnTo>
                  <a:lnTo>
                    <a:pt x="19952" y="834"/>
                  </a:lnTo>
                  <a:lnTo>
                    <a:pt x="20652" y="1001"/>
                  </a:lnTo>
                  <a:lnTo>
                    <a:pt x="20652" y="1001"/>
                  </a:lnTo>
                  <a:lnTo>
                    <a:pt x="21520" y="1268"/>
                  </a:lnTo>
                  <a:lnTo>
                    <a:pt x="22354" y="1602"/>
                  </a:lnTo>
                  <a:lnTo>
                    <a:pt x="22787" y="1802"/>
                  </a:lnTo>
                  <a:lnTo>
                    <a:pt x="23188" y="2002"/>
                  </a:lnTo>
                  <a:lnTo>
                    <a:pt x="23588" y="2236"/>
                  </a:lnTo>
                  <a:lnTo>
                    <a:pt x="23955" y="2502"/>
                  </a:lnTo>
                  <a:lnTo>
                    <a:pt x="24322" y="2736"/>
                  </a:lnTo>
                  <a:lnTo>
                    <a:pt x="24656" y="3036"/>
                  </a:lnTo>
                  <a:lnTo>
                    <a:pt x="24989" y="3337"/>
                  </a:lnTo>
                  <a:lnTo>
                    <a:pt x="25290" y="3670"/>
                  </a:lnTo>
                  <a:lnTo>
                    <a:pt x="25557" y="4004"/>
                  </a:lnTo>
                  <a:lnTo>
                    <a:pt x="25823" y="4371"/>
                  </a:lnTo>
                  <a:lnTo>
                    <a:pt x="26057" y="4738"/>
                  </a:lnTo>
                  <a:lnTo>
                    <a:pt x="26224" y="5171"/>
                  </a:lnTo>
                  <a:lnTo>
                    <a:pt x="26224" y="5171"/>
                  </a:lnTo>
                  <a:lnTo>
                    <a:pt x="26357" y="5505"/>
                  </a:lnTo>
                  <a:lnTo>
                    <a:pt x="26457" y="5839"/>
                  </a:lnTo>
                  <a:lnTo>
                    <a:pt x="26557" y="6206"/>
                  </a:lnTo>
                  <a:lnTo>
                    <a:pt x="26624" y="6539"/>
                  </a:lnTo>
                  <a:lnTo>
                    <a:pt x="26691" y="7273"/>
                  </a:lnTo>
                  <a:lnTo>
                    <a:pt x="26657" y="8007"/>
                  </a:lnTo>
                  <a:lnTo>
                    <a:pt x="26624" y="8741"/>
                  </a:lnTo>
                  <a:lnTo>
                    <a:pt x="26524" y="9475"/>
                  </a:lnTo>
                  <a:lnTo>
                    <a:pt x="26391" y="10209"/>
                  </a:lnTo>
                  <a:lnTo>
                    <a:pt x="26224" y="10943"/>
                  </a:lnTo>
                  <a:lnTo>
                    <a:pt x="26224" y="10943"/>
                  </a:lnTo>
                  <a:lnTo>
                    <a:pt x="26057" y="11744"/>
                  </a:lnTo>
                  <a:lnTo>
                    <a:pt x="25924" y="12144"/>
                  </a:lnTo>
                  <a:lnTo>
                    <a:pt x="25790" y="12545"/>
                  </a:lnTo>
                  <a:lnTo>
                    <a:pt x="25623" y="12912"/>
                  </a:lnTo>
                  <a:lnTo>
                    <a:pt x="25423" y="13279"/>
                  </a:lnTo>
                  <a:lnTo>
                    <a:pt x="25156" y="13579"/>
                  </a:lnTo>
                  <a:lnTo>
                    <a:pt x="24856" y="13879"/>
                  </a:lnTo>
                  <a:lnTo>
                    <a:pt x="24856" y="13879"/>
                  </a:lnTo>
                  <a:lnTo>
                    <a:pt x="24489" y="14146"/>
                  </a:lnTo>
                  <a:lnTo>
                    <a:pt x="24089" y="14379"/>
                  </a:lnTo>
                  <a:lnTo>
                    <a:pt x="23255" y="14780"/>
                  </a:lnTo>
                  <a:lnTo>
                    <a:pt x="23255" y="14780"/>
                  </a:lnTo>
                  <a:lnTo>
                    <a:pt x="22621" y="15147"/>
                  </a:lnTo>
                  <a:lnTo>
                    <a:pt x="22020" y="15547"/>
                  </a:lnTo>
                  <a:lnTo>
                    <a:pt x="21486" y="16014"/>
                  </a:lnTo>
                  <a:lnTo>
                    <a:pt x="20986" y="16515"/>
                  </a:lnTo>
                  <a:lnTo>
                    <a:pt x="20519" y="17048"/>
                  </a:lnTo>
                  <a:lnTo>
                    <a:pt x="20118" y="17616"/>
                  </a:lnTo>
                  <a:lnTo>
                    <a:pt x="19785" y="18216"/>
                  </a:lnTo>
                  <a:lnTo>
                    <a:pt x="19485" y="18850"/>
                  </a:lnTo>
                  <a:lnTo>
                    <a:pt x="19218" y="19484"/>
                  </a:lnTo>
                  <a:lnTo>
                    <a:pt x="18984" y="20185"/>
                  </a:lnTo>
                  <a:lnTo>
                    <a:pt x="18817" y="20852"/>
                  </a:lnTo>
                  <a:lnTo>
                    <a:pt x="18684" y="21552"/>
                  </a:lnTo>
                  <a:lnTo>
                    <a:pt x="18617" y="22253"/>
                  </a:lnTo>
                  <a:lnTo>
                    <a:pt x="18550" y="22987"/>
                  </a:lnTo>
                  <a:lnTo>
                    <a:pt x="18550" y="23688"/>
                  </a:lnTo>
                  <a:lnTo>
                    <a:pt x="18584" y="24388"/>
                  </a:lnTo>
                  <a:lnTo>
                    <a:pt x="18584" y="24388"/>
                  </a:lnTo>
                  <a:lnTo>
                    <a:pt x="18584" y="24588"/>
                  </a:lnTo>
                  <a:lnTo>
                    <a:pt x="18584" y="2478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1"/>
            <p:cNvSpPr/>
            <p:nvPr/>
          </p:nvSpPr>
          <p:spPr>
            <a:xfrm>
              <a:off x="1032975" y="3192350"/>
              <a:ext cx="817400" cy="863275"/>
            </a:xfrm>
            <a:custGeom>
              <a:rect b="b" l="l" r="r" t="t"/>
              <a:pathLst>
                <a:path extrusionOk="0" h="34531" w="32696">
                  <a:moveTo>
                    <a:pt x="18350" y="368"/>
                  </a:moveTo>
                  <a:lnTo>
                    <a:pt x="19484" y="434"/>
                  </a:lnTo>
                  <a:lnTo>
                    <a:pt x="20619" y="534"/>
                  </a:lnTo>
                  <a:lnTo>
                    <a:pt x="21753" y="668"/>
                  </a:lnTo>
                  <a:lnTo>
                    <a:pt x="22887" y="901"/>
                  </a:lnTo>
                  <a:lnTo>
                    <a:pt x="23988" y="1202"/>
                  </a:lnTo>
                  <a:lnTo>
                    <a:pt x="25056" y="1535"/>
                  </a:lnTo>
                  <a:lnTo>
                    <a:pt x="25556" y="1735"/>
                  </a:lnTo>
                  <a:lnTo>
                    <a:pt x="26023" y="1969"/>
                  </a:lnTo>
                  <a:lnTo>
                    <a:pt x="26490" y="2202"/>
                  </a:lnTo>
                  <a:lnTo>
                    <a:pt x="26957" y="2436"/>
                  </a:lnTo>
                  <a:lnTo>
                    <a:pt x="27424" y="2703"/>
                  </a:lnTo>
                  <a:lnTo>
                    <a:pt x="27858" y="3003"/>
                  </a:lnTo>
                  <a:lnTo>
                    <a:pt x="28292" y="3337"/>
                  </a:lnTo>
                  <a:lnTo>
                    <a:pt x="28692" y="3670"/>
                  </a:lnTo>
                  <a:lnTo>
                    <a:pt x="29093" y="4071"/>
                  </a:lnTo>
                  <a:lnTo>
                    <a:pt x="29460" y="4471"/>
                  </a:lnTo>
                  <a:lnTo>
                    <a:pt x="29793" y="4905"/>
                  </a:lnTo>
                  <a:lnTo>
                    <a:pt x="30127" y="5339"/>
                  </a:lnTo>
                  <a:lnTo>
                    <a:pt x="30427" y="5806"/>
                  </a:lnTo>
                  <a:lnTo>
                    <a:pt x="30694" y="6273"/>
                  </a:lnTo>
                  <a:lnTo>
                    <a:pt x="30928" y="6773"/>
                  </a:lnTo>
                  <a:lnTo>
                    <a:pt x="31161" y="7274"/>
                  </a:lnTo>
                  <a:lnTo>
                    <a:pt x="31361" y="7807"/>
                  </a:lnTo>
                  <a:lnTo>
                    <a:pt x="31528" y="8308"/>
                  </a:lnTo>
                  <a:lnTo>
                    <a:pt x="31828" y="9375"/>
                  </a:lnTo>
                  <a:lnTo>
                    <a:pt x="32062" y="10476"/>
                  </a:lnTo>
                  <a:lnTo>
                    <a:pt x="32229" y="11577"/>
                  </a:lnTo>
                  <a:lnTo>
                    <a:pt x="32295" y="12545"/>
                  </a:lnTo>
                  <a:lnTo>
                    <a:pt x="32329" y="13045"/>
                  </a:lnTo>
                  <a:lnTo>
                    <a:pt x="32295" y="13546"/>
                  </a:lnTo>
                  <a:lnTo>
                    <a:pt x="32262" y="14046"/>
                  </a:lnTo>
                  <a:lnTo>
                    <a:pt x="32195" y="14547"/>
                  </a:lnTo>
                  <a:lnTo>
                    <a:pt x="32095" y="15014"/>
                  </a:lnTo>
                  <a:lnTo>
                    <a:pt x="31928" y="15481"/>
                  </a:lnTo>
                  <a:lnTo>
                    <a:pt x="31762" y="15948"/>
                  </a:lnTo>
                  <a:lnTo>
                    <a:pt x="31561" y="16382"/>
                  </a:lnTo>
                  <a:lnTo>
                    <a:pt x="31295" y="16782"/>
                  </a:lnTo>
                  <a:lnTo>
                    <a:pt x="30994" y="17182"/>
                  </a:lnTo>
                  <a:lnTo>
                    <a:pt x="30594" y="17516"/>
                  </a:lnTo>
                  <a:lnTo>
                    <a:pt x="30194" y="17849"/>
                  </a:lnTo>
                  <a:lnTo>
                    <a:pt x="29760" y="18116"/>
                  </a:lnTo>
                  <a:lnTo>
                    <a:pt x="29293" y="18350"/>
                  </a:lnTo>
                  <a:lnTo>
                    <a:pt x="28826" y="18550"/>
                  </a:lnTo>
                  <a:lnTo>
                    <a:pt x="28325" y="18750"/>
                  </a:lnTo>
                  <a:lnTo>
                    <a:pt x="27358" y="19084"/>
                  </a:lnTo>
                  <a:lnTo>
                    <a:pt x="26857" y="19284"/>
                  </a:lnTo>
                  <a:lnTo>
                    <a:pt x="26390" y="19484"/>
                  </a:lnTo>
                  <a:lnTo>
                    <a:pt x="25923" y="19718"/>
                  </a:lnTo>
                  <a:lnTo>
                    <a:pt x="25456" y="19951"/>
                  </a:lnTo>
                  <a:lnTo>
                    <a:pt x="25089" y="20218"/>
                  </a:lnTo>
                  <a:lnTo>
                    <a:pt x="24722" y="20485"/>
                  </a:lnTo>
                  <a:lnTo>
                    <a:pt x="24388" y="20785"/>
                  </a:lnTo>
                  <a:lnTo>
                    <a:pt x="24088" y="21119"/>
                  </a:lnTo>
                  <a:lnTo>
                    <a:pt x="23788" y="21486"/>
                  </a:lnTo>
                  <a:lnTo>
                    <a:pt x="23554" y="21853"/>
                  </a:lnTo>
                  <a:lnTo>
                    <a:pt x="23288" y="22220"/>
                  </a:lnTo>
                  <a:lnTo>
                    <a:pt x="23087" y="22620"/>
                  </a:lnTo>
                  <a:lnTo>
                    <a:pt x="22887" y="23021"/>
                  </a:lnTo>
                  <a:lnTo>
                    <a:pt x="22720" y="23454"/>
                  </a:lnTo>
                  <a:lnTo>
                    <a:pt x="22587" y="23888"/>
                  </a:lnTo>
                  <a:lnTo>
                    <a:pt x="22487" y="24322"/>
                  </a:lnTo>
                  <a:lnTo>
                    <a:pt x="22420" y="24756"/>
                  </a:lnTo>
                  <a:lnTo>
                    <a:pt x="22353" y="25223"/>
                  </a:lnTo>
                  <a:lnTo>
                    <a:pt x="22353" y="25656"/>
                  </a:lnTo>
                  <a:lnTo>
                    <a:pt x="22353" y="26123"/>
                  </a:lnTo>
                  <a:lnTo>
                    <a:pt x="22387" y="26524"/>
                  </a:lnTo>
                  <a:lnTo>
                    <a:pt x="22453" y="26924"/>
                  </a:lnTo>
                  <a:lnTo>
                    <a:pt x="22554" y="27291"/>
                  </a:lnTo>
                  <a:lnTo>
                    <a:pt x="22654" y="27691"/>
                  </a:lnTo>
                  <a:lnTo>
                    <a:pt x="17382" y="27892"/>
                  </a:lnTo>
                  <a:lnTo>
                    <a:pt x="12144" y="28058"/>
                  </a:lnTo>
                  <a:lnTo>
                    <a:pt x="10743" y="28058"/>
                  </a:lnTo>
                  <a:lnTo>
                    <a:pt x="10076" y="28025"/>
                  </a:lnTo>
                  <a:lnTo>
                    <a:pt x="9375" y="27992"/>
                  </a:lnTo>
                  <a:lnTo>
                    <a:pt x="9409" y="27091"/>
                  </a:lnTo>
                  <a:lnTo>
                    <a:pt x="9375" y="26157"/>
                  </a:lnTo>
                  <a:lnTo>
                    <a:pt x="9309" y="25223"/>
                  </a:lnTo>
                  <a:lnTo>
                    <a:pt x="9242" y="24756"/>
                  </a:lnTo>
                  <a:lnTo>
                    <a:pt x="9175" y="24288"/>
                  </a:lnTo>
                  <a:lnTo>
                    <a:pt x="9042" y="23855"/>
                  </a:lnTo>
                  <a:lnTo>
                    <a:pt x="8908" y="23421"/>
                  </a:lnTo>
                  <a:lnTo>
                    <a:pt x="8741" y="23021"/>
                  </a:lnTo>
                  <a:lnTo>
                    <a:pt x="8541" y="22620"/>
                  </a:lnTo>
                  <a:lnTo>
                    <a:pt x="8308" y="22220"/>
                  </a:lnTo>
                  <a:lnTo>
                    <a:pt x="8007" y="21886"/>
                  </a:lnTo>
                  <a:lnTo>
                    <a:pt x="7674" y="21553"/>
                  </a:lnTo>
                  <a:lnTo>
                    <a:pt x="7307" y="21252"/>
                  </a:lnTo>
                  <a:lnTo>
                    <a:pt x="6873" y="20952"/>
                  </a:lnTo>
                  <a:lnTo>
                    <a:pt x="6406" y="20719"/>
                  </a:lnTo>
                  <a:lnTo>
                    <a:pt x="5906" y="20518"/>
                  </a:lnTo>
                  <a:lnTo>
                    <a:pt x="5405" y="20352"/>
                  </a:lnTo>
                  <a:lnTo>
                    <a:pt x="4871" y="20151"/>
                  </a:lnTo>
                  <a:lnTo>
                    <a:pt x="4371" y="19951"/>
                  </a:lnTo>
                  <a:lnTo>
                    <a:pt x="3904" y="19718"/>
                  </a:lnTo>
                  <a:lnTo>
                    <a:pt x="3437" y="19451"/>
                  </a:lnTo>
                  <a:lnTo>
                    <a:pt x="3070" y="19184"/>
                  </a:lnTo>
                  <a:lnTo>
                    <a:pt x="2736" y="18884"/>
                  </a:lnTo>
                  <a:lnTo>
                    <a:pt x="2436" y="18550"/>
                  </a:lnTo>
                  <a:lnTo>
                    <a:pt x="2136" y="18183"/>
                  </a:lnTo>
                  <a:lnTo>
                    <a:pt x="1869" y="17816"/>
                  </a:lnTo>
                  <a:lnTo>
                    <a:pt x="1635" y="17416"/>
                  </a:lnTo>
                  <a:lnTo>
                    <a:pt x="1435" y="16982"/>
                  </a:lnTo>
                  <a:lnTo>
                    <a:pt x="1268" y="16582"/>
                  </a:lnTo>
                  <a:lnTo>
                    <a:pt x="1101" y="16115"/>
                  </a:lnTo>
                  <a:lnTo>
                    <a:pt x="935" y="15681"/>
                  </a:lnTo>
                  <a:lnTo>
                    <a:pt x="801" y="15214"/>
                  </a:lnTo>
                  <a:lnTo>
                    <a:pt x="701" y="14747"/>
                  </a:lnTo>
                  <a:lnTo>
                    <a:pt x="534" y="13779"/>
                  </a:lnTo>
                  <a:lnTo>
                    <a:pt x="434" y="12845"/>
                  </a:lnTo>
                  <a:lnTo>
                    <a:pt x="401" y="11744"/>
                  </a:lnTo>
                  <a:lnTo>
                    <a:pt x="367" y="11177"/>
                  </a:lnTo>
                  <a:lnTo>
                    <a:pt x="401" y="10610"/>
                  </a:lnTo>
                  <a:lnTo>
                    <a:pt x="434" y="10076"/>
                  </a:lnTo>
                  <a:lnTo>
                    <a:pt x="501" y="9509"/>
                  </a:lnTo>
                  <a:lnTo>
                    <a:pt x="568" y="8975"/>
                  </a:lnTo>
                  <a:lnTo>
                    <a:pt x="701" y="8408"/>
                  </a:lnTo>
                  <a:lnTo>
                    <a:pt x="868" y="7874"/>
                  </a:lnTo>
                  <a:lnTo>
                    <a:pt x="1035" y="7374"/>
                  </a:lnTo>
                  <a:lnTo>
                    <a:pt x="1268" y="6873"/>
                  </a:lnTo>
                  <a:lnTo>
                    <a:pt x="1535" y="6406"/>
                  </a:lnTo>
                  <a:lnTo>
                    <a:pt x="1835" y="5939"/>
                  </a:lnTo>
                  <a:lnTo>
                    <a:pt x="2169" y="5539"/>
                  </a:lnTo>
                  <a:lnTo>
                    <a:pt x="2536" y="5105"/>
                  </a:lnTo>
                  <a:lnTo>
                    <a:pt x="2970" y="4738"/>
                  </a:lnTo>
                  <a:lnTo>
                    <a:pt x="3370" y="4404"/>
                  </a:lnTo>
                  <a:lnTo>
                    <a:pt x="3770" y="4071"/>
                  </a:lnTo>
                  <a:lnTo>
                    <a:pt x="4238" y="3804"/>
                  </a:lnTo>
                  <a:lnTo>
                    <a:pt x="4671" y="3504"/>
                  </a:lnTo>
                  <a:lnTo>
                    <a:pt x="5605" y="3037"/>
                  </a:lnTo>
                  <a:lnTo>
                    <a:pt x="6573" y="2569"/>
                  </a:lnTo>
                  <a:lnTo>
                    <a:pt x="7707" y="2136"/>
                  </a:lnTo>
                  <a:lnTo>
                    <a:pt x="8875" y="1735"/>
                  </a:lnTo>
                  <a:lnTo>
                    <a:pt x="10043" y="1368"/>
                  </a:lnTo>
                  <a:lnTo>
                    <a:pt x="11244" y="1068"/>
                  </a:lnTo>
                  <a:lnTo>
                    <a:pt x="12445" y="835"/>
                  </a:lnTo>
                  <a:lnTo>
                    <a:pt x="13646" y="634"/>
                  </a:lnTo>
                  <a:lnTo>
                    <a:pt x="14847" y="501"/>
                  </a:lnTo>
                  <a:lnTo>
                    <a:pt x="16081" y="401"/>
                  </a:lnTo>
                  <a:lnTo>
                    <a:pt x="17216" y="368"/>
                  </a:lnTo>
                  <a:close/>
                  <a:moveTo>
                    <a:pt x="22720" y="28058"/>
                  </a:moveTo>
                  <a:lnTo>
                    <a:pt x="22687" y="28392"/>
                  </a:lnTo>
                  <a:lnTo>
                    <a:pt x="22620" y="28726"/>
                  </a:lnTo>
                  <a:lnTo>
                    <a:pt x="21386" y="28859"/>
                  </a:lnTo>
                  <a:lnTo>
                    <a:pt x="20151" y="28993"/>
                  </a:lnTo>
                  <a:lnTo>
                    <a:pt x="18917" y="29093"/>
                  </a:lnTo>
                  <a:lnTo>
                    <a:pt x="17683" y="29193"/>
                  </a:lnTo>
                  <a:lnTo>
                    <a:pt x="16448" y="29259"/>
                  </a:lnTo>
                  <a:lnTo>
                    <a:pt x="15180" y="29293"/>
                  </a:lnTo>
                  <a:lnTo>
                    <a:pt x="13946" y="29326"/>
                  </a:lnTo>
                  <a:lnTo>
                    <a:pt x="12712" y="29326"/>
                  </a:lnTo>
                  <a:lnTo>
                    <a:pt x="11277" y="29293"/>
                  </a:lnTo>
                  <a:lnTo>
                    <a:pt x="9842" y="29226"/>
                  </a:lnTo>
                  <a:lnTo>
                    <a:pt x="9776" y="29226"/>
                  </a:lnTo>
                  <a:lnTo>
                    <a:pt x="9709" y="29259"/>
                  </a:lnTo>
                  <a:lnTo>
                    <a:pt x="9676" y="29326"/>
                  </a:lnTo>
                  <a:lnTo>
                    <a:pt x="9676" y="29360"/>
                  </a:lnTo>
                  <a:lnTo>
                    <a:pt x="9542" y="29126"/>
                  </a:lnTo>
                  <a:lnTo>
                    <a:pt x="9409" y="28859"/>
                  </a:lnTo>
                  <a:lnTo>
                    <a:pt x="9342" y="28626"/>
                  </a:lnTo>
                  <a:lnTo>
                    <a:pt x="9275" y="28359"/>
                  </a:lnTo>
                  <a:lnTo>
                    <a:pt x="9909" y="28392"/>
                  </a:lnTo>
                  <a:lnTo>
                    <a:pt x="10576" y="28425"/>
                  </a:lnTo>
                  <a:lnTo>
                    <a:pt x="11844" y="28425"/>
                  </a:lnTo>
                  <a:lnTo>
                    <a:pt x="13145" y="28392"/>
                  </a:lnTo>
                  <a:lnTo>
                    <a:pt x="14413" y="28359"/>
                  </a:lnTo>
                  <a:lnTo>
                    <a:pt x="19784" y="28158"/>
                  </a:lnTo>
                  <a:lnTo>
                    <a:pt x="22720" y="28058"/>
                  </a:lnTo>
                  <a:close/>
                  <a:moveTo>
                    <a:pt x="22520" y="29093"/>
                  </a:moveTo>
                  <a:lnTo>
                    <a:pt x="22353" y="29460"/>
                  </a:lnTo>
                  <a:lnTo>
                    <a:pt x="22153" y="29827"/>
                  </a:lnTo>
                  <a:lnTo>
                    <a:pt x="21920" y="30127"/>
                  </a:lnTo>
                  <a:lnTo>
                    <a:pt x="21653" y="30427"/>
                  </a:lnTo>
                  <a:lnTo>
                    <a:pt x="21553" y="30461"/>
                  </a:lnTo>
                  <a:lnTo>
                    <a:pt x="21486" y="30461"/>
                  </a:lnTo>
                  <a:lnTo>
                    <a:pt x="21453" y="30527"/>
                  </a:lnTo>
                  <a:lnTo>
                    <a:pt x="21419" y="30561"/>
                  </a:lnTo>
                  <a:lnTo>
                    <a:pt x="21352" y="30594"/>
                  </a:lnTo>
                  <a:lnTo>
                    <a:pt x="20151" y="30594"/>
                  </a:lnTo>
                  <a:lnTo>
                    <a:pt x="18750" y="30561"/>
                  </a:lnTo>
                  <a:lnTo>
                    <a:pt x="16048" y="30527"/>
                  </a:lnTo>
                  <a:lnTo>
                    <a:pt x="10610" y="30494"/>
                  </a:lnTo>
                  <a:lnTo>
                    <a:pt x="10176" y="30060"/>
                  </a:lnTo>
                  <a:lnTo>
                    <a:pt x="9976" y="29827"/>
                  </a:lnTo>
                  <a:lnTo>
                    <a:pt x="9809" y="29593"/>
                  </a:lnTo>
                  <a:lnTo>
                    <a:pt x="9842" y="29593"/>
                  </a:lnTo>
                  <a:lnTo>
                    <a:pt x="11110" y="29660"/>
                  </a:lnTo>
                  <a:lnTo>
                    <a:pt x="12411" y="29693"/>
                  </a:lnTo>
                  <a:lnTo>
                    <a:pt x="13679" y="29693"/>
                  </a:lnTo>
                  <a:lnTo>
                    <a:pt x="14947" y="29660"/>
                  </a:lnTo>
                  <a:lnTo>
                    <a:pt x="16215" y="29626"/>
                  </a:lnTo>
                  <a:lnTo>
                    <a:pt x="17516" y="29560"/>
                  </a:lnTo>
                  <a:lnTo>
                    <a:pt x="18784" y="29493"/>
                  </a:lnTo>
                  <a:lnTo>
                    <a:pt x="20051" y="29393"/>
                  </a:lnTo>
                  <a:lnTo>
                    <a:pt x="21286" y="29259"/>
                  </a:lnTo>
                  <a:lnTo>
                    <a:pt x="22520" y="29093"/>
                  </a:lnTo>
                  <a:close/>
                  <a:moveTo>
                    <a:pt x="11043" y="30861"/>
                  </a:moveTo>
                  <a:lnTo>
                    <a:pt x="16415" y="30928"/>
                  </a:lnTo>
                  <a:lnTo>
                    <a:pt x="19317" y="30961"/>
                  </a:lnTo>
                  <a:lnTo>
                    <a:pt x="20919" y="30961"/>
                  </a:lnTo>
                  <a:lnTo>
                    <a:pt x="20418" y="31228"/>
                  </a:lnTo>
                  <a:lnTo>
                    <a:pt x="19918" y="31461"/>
                  </a:lnTo>
                  <a:lnTo>
                    <a:pt x="19417" y="31662"/>
                  </a:lnTo>
                  <a:lnTo>
                    <a:pt x="18884" y="31828"/>
                  </a:lnTo>
                  <a:lnTo>
                    <a:pt x="18817" y="31795"/>
                  </a:lnTo>
                  <a:lnTo>
                    <a:pt x="18717" y="31795"/>
                  </a:lnTo>
                  <a:lnTo>
                    <a:pt x="18650" y="31828"/>
                  </a:lnTo>
                  <a:lnTo>
                    <a:pt x="18617" y="31895"/>
                  </a:lnTo>
                  <a:lnTo>
                    <a:pt x="18083" y="32029"/>
                  </a:lnTo>
                  <a:lnTo>
                    <a:pt x="17216" y="32195"/>
                  </a:lnTo>
                  <a:lnTo>
                    <a:pt x="16348" y="32295"/>
                  </a:lnTo>
                  <a:lnTo>
                    <a:pt x="15914" y="32329"/>
                  </a:lnTo>
                  <a:lnTo>
                    <a:pt x="15481" y="32329"/>
                  </a:lnTo>
                  <a:lnTo>
                    <a:pt x="15080" y="32295"/>
                  </a:lnTo>
                  <a:lnTo>
                    <a:pt x="14647" y="32262"/>
                  </a:lnTo>
                  <a:lnTo>
                    <a:pt x="14213" y="32195"/>
                  </a:lnTo>
                  <a:lnTo>
                    <a:pt x="13779" y="32129"/>
                  </a:lnTo>
                  <a:lnTo>
                    <a:pt x="13379" y="31995"/>
                  </a:lnTo>
                  <a:lnTo>
                    <a:pt x="12945" y="31862"/>
                  </a:lnTo>
                  <a:lnTo>
                    <a:pt x="12545" y="31728"/>
                  </a:lnTo>
                  <a:lnTo>
                    <a:pt x="12144" y="31528"/>
                  </a:lnTo>
                  <a:lnTo>
                    <a:pt x="11777" y="31328"/>
                  </a:lnTo>
                  <a:lnTo>
                    <a:pt x="11410" y="31094"/>
                  </a:lnTo>
                  <a:lnTo>
                    <a:pt x="11043" y="30861"/>
                  </a:lnTo>
                  <a:close/>
                  <a:moveTo>
                    <a:pt x="17149" y="1"/>
                  </a:moveTo>
                  <a:lnTo>
                    <a:pt x="15914" y="34"/>
                  </a:lnTo>
                  <a:lnTo>
                    <a:pt x="14680" y="134"/>
                  </a:lnTo>
                  <a:lnTo>
                    <a:pt x="13479" y="267"/>
                  </a:lnTo>
                  <a:lnTo>
                    <a:pt x="12245" y="468"/>
                  </a:lnTo>
                  <a:lnTo>
                    <a:pt x="11043" y="735"/>
                  </a:lnTo>
                  <a:lnTo>
                    <a:pt x="9842" y="1035"/>
                  </a:lnTo>
                  <a:lnTo>
                    <a:pt x="8675" y="1402"/>
                  </a:lnTo>
                  <a:lnTo>
                    <a:pt x="7641" y="1735"/>
                  </a:lnTo>
                  <a:lnTo>
                    <a:pt x="6606" y="2136"/>
                  </a:lnTo>
                  <a:lnTo>
                    <a:pt x="5572" y="2603"/>
                  </a:lnTo>
                  <a:lnTo>
                    <a:pt x="5072" y="2836"/>
                  </a:lnTo>
                  <a:lnTo>
                    <a:pt x="4605" y="3103"/>
                  </a:lnTo>
                  <a:lnTo>
                    <a:pt x="4104" y="3404"/>
                  </a:lnTo>
                  <a:lnTo>
                    <a:pt x="3670" y="3704"/>
                  </a:lnTo>
                  <a:lnTo>
                    <a:pt x="3203" y="4037"/>
                  </a:lnTo>
                  <a:lnTo>
                    <a:pt x="2770" y="4371"/>
                  </a:lnTo>
                  <a:lnTo>
                    <a:pt x="2369" y="4738"/>
                  </a:lnTo>
                  <a:lnTo>
                    <a:pt x="2002" y="5138"/>
                  </a:lnTo>
                  <a:lnTo>
                    <a:pt x="1635" y="5572"/>
                  </a:lnTo>
                  <a:lnTo>
                    <a:pt x="1335" y="6006"/>
                  </a:lnTo>
                  <a:lnTo>
                    <a:pt x="1035" y="6506"/>
                  </a:lnTo>
                  <a:lnTo>
                    <a:pt x="801" y="7007"/>
                  </a:lnTo>
                  <a:lnTo>
                    <a:pt x="568" y="7507"/>
                  </a:lnTo>
                  <a:lnTo>
                    <a:pt x="401" y="8041"/>
                  </a:lnTo>
                  <a:lnTo>
                    <a:pt x="267" y="8608"/>
                  </a:lnTo>
                  <a:lnTo>
                    <a:pt x="167" y="9142"/>
                  </a:lnTo>
                  <a:lnTo>
                    <a:pt x="101" y="9709"/>
                  </a:lnTo>
                  <a:lnTo>
                    <a:pt x="34" y="10276"/>
                  </a:lnTo>
                  <a:lnTo>
                    <a:pt x="0" y="11310"/>
                  </a:lnTo>
                  <a:lnTo>
                    <a:pt x="34" y="12378"/>
                  </a:lnTo>
                  <a:lnTo>
                    <a:pt x="134" y="13412"/>
                  </a:lnTo>
                  <a:lnTo>
                    <a:pt x="267" y="14447"/>
                  </a:lnTo>
                  <a:lnTo>
                    <a:pt x="468" y="15381"/>
                  </a:lnTo>
                  <a:lnTo>
                    <a:pt x="601" y="15848"/>
                  </a:lnTo>
                  <a:lnTo>
                    <a:pt x="734" y="16281"/>
                  </a:lnTo>
                  <a:lnTo>
                    <a:pt x="901" y="16715"/>
                  </a:lnTo>
                  <a:lnTo>
                    <a:pt x="1101" y="17149"/>
                  </a:lnTo>
                  <a:lnTo>
                    <a:pt x="1335" y="17583"/>
                  </a:lnTo>
                  <a:lnTo>
                    <a:pt x="1569" y="17983"/>
                  </a:lnTo>
                  <a:lnTo>
                    <a:pt x="1835" y="18383"/>
                  </a:lnTo>
                  <a:lnTo>
                    <a:pt x="2136" y="18750"/>
                  </a:lnTo>
                  <a:lnTo>
                    <a:pt x="2436" y="19084"/>
                  </a:lnTo>
                  <a:lnTo>
                    <a:pt x="2803" y="19418"/>
                  </a:lnTo>
                  <a:lnTo>
                    <a:pt x="3170" y="19684"/>
                  </a:lnTo>
                  <a:lnTo>
                    <a:pt x="3537" y="19951"/>
                  </a:lnTo>
                  <a:lnTo>
                    <a:pt x="3971" y="20185"/>
                  </a:lnTo>
                  <a:lnTo>
                    <a:pt x="4404" y="20385"/>
                  </a:lnTo>
                  <a:lnTo>
                    <a:pt x="4938" y="20585"/>
                  </a:lnTo>
                  <a:lnTo>
                    <a:pt x="5472" y="20785"/>
                  </a:lnTo>
                  <a:lnTo>
                    <a:pt x="6006" y="20952"/>
                  </a:lnTo>
                  <a:lnTo>
                    <a:pt x="6506" y="21186"/>
                  </a:lnTo>
                  <a:lnTo>
                    <a:pt x="6940" y="21453"/>
                  </a:lnTo>
                  <a:lnTo>
                    <a:pt x="7340" y="21753"/>
                  </a:lnTo>
                  <a:lnTo>
                    <a:pt x="7707" y="22087"/>
                  </a:lnTo>
                  <a:lnTo>
                    <a:pt x="8007" y="22487"/>
                  </a:lnTo>
                  <a:lnTo>
                    <a:pt x="8274" y="22887"/>
                  </a:lnTo>
                  <a:lnTo>
                    <a:pt x="8475" y="23321"/>
                  </a:lnTo>
                  <a:lnTo>
                    <a:pt x="8641" y="23788"/>
                  </a:lnTo>
                  <a:lnTo>
                    <a:pt x="8775" y="24222"/>
                  </a:lnTo>
                  <a:lnTo>
                    <a:pt x="8842" y="24722"/>
                  </a:lnTo>
                  <a:lnTo>
                    <a:pt x="8942" y="25189"/>
                  </a:lnTo>
                  <a:lnTo>
                    <a:pt x="9008" y="26123"/>
                  </a:lnTo>
                  <a:lnTo>
                    <a:pt x="9008" y="27058"/>
                  </a:lnTo>
                  <a:lnTo>
                    <a:pt x="9008" y="27958"/>
                  </a:lnTo>
                  <a:lnTo>
                    <a:pt x="8908" y="28025"/>
                  </a:lnTo>
                  <a:lnTo>
                    <a:pt x="8875" y="28125"/>
                  </a:lnTo>
                  <a:lnTo>
                    <a:pt x="8942" y="28525"/>
                  </a:lnTo>
                  <a:lnTo>
                    <a:pt x="9042" y="28892"/>
                  </a:lnTo>
                  <a:lnTo>
                    <a:pt x="9175" y="29259"/>
                  </a:lnTo>
                  <a:lnTo>
                    <a:pt x="9375" y="29593"/>
                  </a:lnTo>
                  <a:lnTo>
                    <a:pt x="9576" y="29927"/>
                  </a:lnTo>
                  <a:lnTo>
                    <a:pt x="9842" y="30227"/>
                  </a:lnTo>
                  <a:lnTo>
                    <a:pt x="10109" y="30527"/>
                  </a:lnTo>
                  <a:lnTo>
                    <a:pt x="10376" y="30794"/>
                  </a:lnTo>
                  <a:lnTo>
                    <a:pt x="10410" y="30827"/>
                  </a:lnTo>
                  <a:lnTo>
                    <a:pt x="10710" y="31061"/>
                  </a:lnTo>
                  <a:lnTo>
                    <a:pt x="11310" y="31495"/>
                  </a:lnTo>
                  <a:lnTo>
                    <a:pt x="11978" y="31862"/>
                  </a:lnTo>
                  <a:lnTo>
                    <a:pt x="12645" y="32162"/>
                  </a:lnTo>
                  <a:lnTo>
                    <a:pt x="13379" y="32396"/>
                  </a:lnTo>
                  <a:lnTo>
                    <a:pt x="13345" y="32629"/>
                  </a:lnTo>
                  <a:lnTo>
                    <a:pt x="13379" y="32863"/>
                  </a:lnTo>
                  <a:lnTo>
                    <a:pt x="13446" y="33063"/>
                  </a:lnTo>
                  <a:lnTo>
                    <a:pt x="13512" y="33263"/>
                  </a:lnTo>
                  <a:lnTo>
                    <a:pt x="13612" y="33463"/>
                  </a:lnTo>
                  <a:lnTo>
                    <a:pt x="13746" y="33663"/>
                  </a:lnTo>
                  <a:lnTo>
                    <a:pt x="13913" y="33830"/>
                  </a:lnTo>
                  <a:lnTo>
                    <a:pt x="14079" y="33997"/>
                  </a:lnTo>
                  <a:lnTo>
                    <a:pt x="14313" y="34130"/>
                  </a:lnTo>
                  <a:lnTo>
                    <a:pt x="14547" y="34264"/>
                  </a:lnTo>
                  <a:lnTo>
                    <a:pt x="14813" y="34364"/>
                  </a:lnTo>
                  <a:lnTo>
                    <a:pt x="15080" y="34431"/>
                  </a:lnTo>
                  <a:lnTo>
                    <a:pt x="15347" y="34497"/>
                  </a:lnTo>
                  <a:lnTo>
                    <a:pt x="15648" y="34531"/>
                  </a:lnTo>
                  <a:lnTo>
                    <a:pt x="16181" y="34531"/>
                  </a:lnTo>
                  <a:lnTo>
                    <a:pt x="16748" y="34497"/>
                  </a:lnTo>
                  <a:lnTo>
                    <a:pt x="17015" y="34431"/>
                  </a:lnTo>
                  <a:lnTo>
                    <a:pt x="17282" y="34364"/>
                  </a:lnTo>
                  <a:lnTo>
                    <a:pt x="17549" y="34264"/>
                  </a:lnTo>
                  <a:lnTo>
                    <a:pt x="17783" y="34130"/>
                  </a:lnTo>
                  <a:lnTo>
                    <a:pt x="18016" y="33964"/>
                  </a:lnTo>
                  <a:lnTo>
                    <a:pt x="18216" y="33797"/>
                  </a:lnTo>
                  <a:lnTo>
                    <a:pt x="18383" y="33630"/>
                  </a:lnTo>
                  <a:lnTo>
                    <a:pt x="18550" y="33463"/>
                  </a:lnTo>
                  <a:lnTo>
                    <a:pt x="18683" y="33263"/>
                  </a:lnTo>
                  <a:lnTo>
                    <a:pt x="18784" y="33063"/>
                  </a:lnTo>
                  <a:lnTo>
                    <a:pt x="18850" y="32863"/>
                  </a:lnTo>
                  <a:lnTo>
                    <a:pt x="18917" y="32629"/>
                  </a:lnTo>
                  <a:lnTo>
                    <a:pt x="18984" y="32396"/>
                  </a:lnTo>
                  <a:lnTo>
                    <a:pt x="18984" y="32162"/>
                  </a:lnTo>
                  <a:lnTo>
                    <a:pt x="19684" y="31928"/>
                  </a:lnTo>
                  <a:lnTo>
                    <a:pt x="20118" y="31762"/>
                  </a:lnTo>
                  <a:lnTo>
                    <a:pt x="20585" y="31561"/>
                  </a:lnTo>
                  <a:lnTo>
                    <a:pt x="21019" y="31328"/>
                  </a:lnTo>
                  <a:lnTo>
                    <a:pt x="21419" y="31094"/>
                  </a:lnTo>
                  <a:lnTo>
                    <a:pt x="21686" y="30894"/>
                  </a:lnTo>
                  <a:lnTo>
                    <a:pt x="21920" y="30661"/>
                  </a:lnTo>
                  <a:lnTo>
                    <a:pt x="22153" y="30427"/>
                  </a:lnTo>
                  <a:lnTo>
                    <a:pt x="22353" y="30194"/>
                  </a:lnTo>
                  <a:lnTo>
                    <a:pt x="22554" y="29927"/>
                  </a:lnTo>
                  <a:lnTo>
                    <a:pt x="22687" y="29626"/>
                  </a:lnTo>
                  <a:lnTo>
                    <a:pt x="22820" y="29360"/>
                  </a:lnTo>
                  <a:lnTo>
                    <a:pt x="22954" y="29026"/>
                  </a:lnTo>
                  <a:lnTo>
                    <a:pt x="23021" y="28993"/>
                  </a:lnTo>
                  <a:lnTo>
                    <a:pt x="23054" y="28926"/>
                  </a:lnTo>
                  <a:lnTo>
                    <a:pt x="23054" y="28859"/>
                  </a:lnTo>
                  <a:lnTo>
                    <a:pt x="23021" y="28792"/>
                  </a:lnTo>
                  <a:lnTo>
                    <a:pt x="23087" y="28259"/>
                  </a:lnTo>
                  <a:lnTo>
                    <a:pt x="23087" y="27758"/>
                  </a:lnTo>
                  <a:lnTo>
                    <a:pt x="23054" y="27691"/>
                  </a:lnTo>
                  <a:lnTo>
                    <a:pt x="23021" y="27625"/>
                  </a:lnTo>
                  <a:lnTo>
                    <a:pt x="22887" y="27191"/>
                  </a:lnTo>
                  <a:lnTo>
                    <a:pt x="22820" y="26724"/>
                  </a:lnTo>
                  <a:lnTo>
                    <a:pt x="22754" y="26257"/>
                  </a:lnTo>
                  <a:lnTo>
                    <a:pt x="22720" y="25823"/>
                  </a:lnTo>
                  <a:lnTo>
                    <a:pt x="22754" y="25356"/>
                  </a:lnTo>
                  <a:lnTo>
                    <a:pt x="22787" y="24889"/>
                  </a:lnTo>
                  <a:lnTo>
                    <a:pt x="22854" y="24455"/>
                  </a:lnTo>
                  <a:lnTo>
                    <a:pt x="22954" y="23988"/>
                  </a:lnTo>
                  <a:lnTo>
                    <a:pt x="23087" y="23554"/>
                  </a:lnTo>
                  <a:lnTo>
                    <a:pt x="23254" y="23121"/>
                  </a:lnTo>
                  <a:lnTo>
                    <a:pt x="23454" y="22687"/>
                  </a:lnTo>
                  <a:lnTo>
                    <a:pt x="23688" y="22287"/>
                  </a:lnTo>
                  <a:lnTo>
                    <a:pt x="23955" y="21920"/>
                  </a:lnTo>
                  <a:lnTo>
                    <a:pt x="24222" y="21553"/>
                  </a:lnTo>
                  <a:lnTo>
                    <a:pt x="24522" y="21186"/>
                  </a:lnTo>
                  <a:lnTo>
                    <a:pt x="24856" y="20885"/>
                  </a:lnTo>
                  <a:lnTo>
                    <a:pt x="25256" y="20552"/>
                  </a:lnTo>
                  <a:lnTo>
                    <a:pt x="25690" y="20252"/>
                  </a:lnTo>
                  <a:lnTo>
                    <a:pt x="26157" y="20018"/>
                  </a:lnTo>
                  <a:lnTo>
                    <a:pt x="26590" y="19785"/>
                  </a:lnTo>
                  <a:lnTo>
                    <a:pt x="27558" y="19418"/>
                  </a:lnTo>
                  <a:lnTo>
                    <a:pt x="28525" y="19051"/>
                  </a:lnTo>
                  <a:lnTo>
                    <a:pt x="28993" y="18884"/>
                  </a:lnTo>
                  <a:lnTo>
                    <a:pt x="29460" y="18684"/>
                  </a:lnTo>
                  <a:lnTo>
                    <a:pt x="29927" y="18450"/>
                  </a:lnTo>
                  <a:lnTo>
                    <a:pt x="30360" y="18183"/>
                  </a:lnTo>
                  <a:lnTo>
                    <a:pt x="30761" y="17883"/>
                  </a:lnTo>
                  <a:lnTo>
                    <a:pt x="31128" y="17549"/>
                  </a:lnTo>
                  <a:lnTo>
                    <a:pt x="31461" y="17182"/>
                  </a:lnTo>
                  <a:lnTo>
                    <a:pt x="31762" y="16749"/>
                  </a:lnTo>
                  <a:lnTo>
                    <a:pt x="31995" y="16348"/>
                  </a:lnTo>
                  <a:lnTo>
                    <a:pt x="32195" y="15881"/>
                  </a:lnTo>
                  <a:lnTo>
                    <a:pt x="32362" y="15414"/>
                  </a:lnTo>
                  <a:lnTo>
                    <a:pt x="32496" y="14947"/>
                  </a:lnTo>
                  <a:lnTo>
                    <a:pt x="32562" y="14480"/>
                  </a:lnTo>
                  <a:lnTo>
                    <a:pt x="32629" y="13979"/>
                  </a:lnTo>
                  <a:lnTo>
                    <a:pt x="32662" y="13512"/>
                  </a:lnTo>
                  <a:lnTo>
                    <a:pt x="32696" y="13012"/>
                  </a:lnTo>
                  <a:lnTo>
                    <a:pt x="32662" y="12478"/>
                  </a:lnTo>
                  <a:lnTo>
                    <a:pt x="32629" y="11944"/>
                  </a:lnTo>
                  <a:lnTo>
                    <a:pt x="32529" y="10877"/>
                  </a:lnTo>
                  <a:lnTo>
                    <a:pt x="32329" y="9809"/>
                  </a:lnTo>
                  <a:lnTo>
                    <a:pt x="32062" y="8775"/>
                  </a:lnTo>
                  <a:lnTo>
                    <a:pt x="31895" y="8241"/>
                  </a:lnTo>
                  <a:lnTo>
                    <a:pt x="31728" y="7707"/>
                  </a:lnTo>
                  <a:lnTo>
                    <a:pt x="31528" y="7173"/>
                  </a:lnTo>
                  <a:lnTo>
                    <a:pt x="31295" y="6673"/>
                  </a:lnTo>
                  <a:lnTo>
                    <a:pt x="31028" y="6173"/>
                  </a:lnTo>
                  <a:lnTo>
                    <a:pt x="30761" y="5672"/>
                  </a:lnTo>
                  <a:lnTo>
                    <a:pt x="30460" y="5205"/>
                  </a:lnTo>
                  <a:lnTo>
                    <a:pt x="30160" y="4738"/>
                  </a:lnTo>
                  <a:lnTo>
                    <a:pt x="29827" y="4304"/>
                  </a:lnTo>
                  <a:lnTo>
                    <a:pt x="29460" y="3904"/>
                  </a:lnTo>
                  <a:lnTo>
                    <a:pt x="29093" y="3537"/>
                  </a:lnTo>
                  <a:lnTo>
                    <a:pt x="28692" y="3203"/>
                  </a:lnTo>
                  <a:lnTo>
                    <a:pt x="28292" y="2870"/>
                  </a:lnTo>
                  <a:lnTo>
                    <a:pt x="27858" y="2569"/>
                  </a:lnTo>
                  <a:lnTo>
                    <a:pt x="27391" y="2269"/>
                  </a:lnTo>
                  <a:lnTo>
                    <a:pt x="26957" y="2002"/>
                  </a:lnTo>
                  <a:lnTo>
                    <a:pt x="26457" y="1735"/>
                  </a:lnTo>
                  <a:lnTo>
                    <a:pt x="25957" y="1502"/>
                  </a:lnTo>
                  <a:lnTo>
                    <a:pt x="25456" y="1302"/>
                  </a:lnTo>
                  <a:lnTo>
                    <a:pt x="24922" y="1102"/>
                  </a:lnTo>
                  <a:lnTo>
                    <a:pt x="23855" y="768"/>
                  </a:lnTo>
                  <a:lnTo>
                    <a:pt x="22787" y="501"/>
                  </a:lnTo>
                  <a:lnTo>
                    <a:pt x="21686" y="301"/>
                  </a:lnTo>
                  <a:lnTo>
                    <a:pt x="20585" y="167"/>
                  </a:lnTo>
                  <a:lnTo>
                    <a:pt x="19484" y="67"/>
                  </a:lnTo>
                  <a:lnTo>
                    <a:pt x="1838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1"/>
            <p:cNvSpPr/>
            <p:nvPr/>
          </p:nvSpPr>
          <p:spPr>
            <a:xfrm>
              <a:off x="1233975" y="3462575"/>
              <a:ext cx="142650" cy="437925"/>
            </a:xfrm>
            <a:custGeom>
              <a:rect b="b" l="l" r="r" t="t"/>
              <a:pathLst>
                <a:path extrusionOk="0" h="17517" w="5706">
                  <a:moveTo>
                    <a:pt x="668" y="1"/>
                  </a:moveTo>
                  <a:lnTo>
                    <a:pt x="501" y="34"/>
                  </a:lnTo>
                  <a:lnTo>
                    <a:pt x="334" y="101"/>
                  </a:lnTo>
                  <a:lnTo>
                    <a:pt x="234" y="201"/>
                  </a:lnTo>
                  <a:lnTo>
                    <a:pt x="168" y="268"/>
                  </a:lnTo>
                  <a:lnTo>
                    <a:pt x="101" y="401"/>
                  </a:lnTo>
                  <a:lnTo>
                    <a:pt x="34" y="501"/>
                  </a:lnTo>
                  <a:lnTo>
                    <a:pt x="1" y="768"/>
                  </a:lnTo>
                  <a:lnTo>
                    <a:pt x="1" y="1069"/>
                  </a:lnTo>
                  <a:lnTo>
                    <a:pt x="34" y="1702"/>
                  </a:lnTo>
                  <a:lnTo>
                    <a:pt x="101" y="2336"/>
                  </a:lnTo>
                  <a:lnTo>
                    <a:pt x="201" y="2970"/>
                  </a:lnTo>
                  <a:lnTo>
                    <a:pt x="301" y="3604"/>
                  </a:lnTo>
                  <a:lnTo>
                    <a:pt x="601" y="4839"/>
                  </a:lnTo>
                  <a:lnTo>
                    <a:pt x="935" y="6106"/>
                  </a:lnTo>
                  <a:lnTo>
                    <a:pt x="1435" y="7841"/>
                  </a:lnTo>
                  <a:lnTo>
                    <a:pt x="1969" y="9576"/>
                  </a:lnTo>
                  <a:lnTo>
                    <a:pt x="2536" y="11311"/>
                  </a:lnTo>
                  <a:lnTo>
                    <a:pt x="3070" y="13012"/>
                  </a:lnTo>
                  <a:lnTo>
                    <a:pt x="3671" y="14747"/>
                  </a:lnTo>
                  <a:lnTo>
                    <a:pt x="4271" y="16449"/>
                  </a:lnTo>
                  <a:lnTo>
                    <a:pt x="4505" y="16983"/>
                  </a:lnTo>
                  <a:lnTo>
                    <a:pt x="4605" y="17183"/>
                  </a:lnTo>
                  <a:lnTo>
                    <a:pt x="4738" y="17316"/>
                  </a:lnTo>
                  <a:lnTo>
                    <a:pt x="4905" y="17450"/>
                  </a:lnTo>
                  <a:lnTo>
                    <a:pt x="5105" y="17483"/>
                  </a:lnTo>
                  <a:lnTo>
                    <a:pt x="5372" y="17516"/>
                  </a:lnTo>
                  <a:lnTo>
                    <a:pt x="5706" y="17450"/>
                  </a:lnTo>
                  <a:lnTo>
                    <a:pt x="5639" y="16682"/>
                  </a:lnTo>
                  <a:lnTo>
                    <a:pt x="5506" y="15882"/>
                  </a:lnTo>
                  <a:lnTo>
                    <a:pt x="5205" y="14314"/>
                  </a:lnTo>
                  <a:lnTo>
                    <a:pt x="4939" y="13179"/>
                  </a:lnTo>
                  <a:lnTo>
                    <a:pt x="4672" y="12011"/>
                  </a:lnTo>
                  <a:lnTo>
                    <a:pt x="4071" y="9709"/>
                  </a:lnTo>
                  <a:lnTo>
                    <a:pt x="2970" y="5239"/>
                  </a:lnTo>
                  <a:lnTo>
                    <a:pt x="2770" y="4338"/>
                  </a:lnTo>
                  <a:lnTo>
                    <a:pt x="2536" y="3471"/>
                  </a:lnTo>
                  <a:lnTo>
                    <a:pt x="2270" y="2570"/>
                  </a:lnTo>
                  <a:lnTo>
                    <a:pt x="1969" y="1736"/>
                  </a:lnTo>
                  <a:lnTo>
                    <a:pt x="1769" y="1169"/>
                  </a:lnTo>
                  <a:lnTo>
                    <a:pt x="1602" y="835"/>
                  </a:lnTo>
                  <a:lnTo>
                    <a:pt x="1402" y="535"/>
                  </a:lnTo>
                  <a:lnTo>
                    <a:pt x="1202" y="268"/>
                  </a:lnTo>
                  <a:lnTo>
                    <a:pt x="1068" y="168"/>
                  </a:lnTo>
                  <a:lnTo>
                    <a:pt x="935" y="68"/>
                  </a:lnTo>
                  <a:lnTo>
                    <a:pt x="802" y="34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1"/>
            <p:cNvSpPr/>
            <p:nvPr/>
          </p:nvSpPr>
          <p:spPr>
            <a:xfrm>
              <a:off x="1354100" y="3393350"/>
              <a:ext cx="81750" cy="502975"/>
            </a:xfrm>
            <a:custGeom>
              <a:rect b="b" l="l" r="r" t="t"/>
              <a:pathLst>
                <a:path extrusionOk="0" h="20119" w="3270">
                  <a:moveTo>
                    <a:pt x="1001" y="1"/>
                  </a:moveTo>
                  <a:lnTo>
                    <a:pt x="834" y="34"/>
                  </a:lnTo>
                  <a:lnTo>
                    <a:pt x="701" y="134"/>
                  </a:lnTo>
                  <a:lnTo>
                    <a:pt x="601" y="268"/>
                  </a:lnTo>
                  <a:lnTo>
                    <a:pt x="500" y="468"/>
                  </a:lnTo>
                  <a:lnTo>
                    <a:pt x="434" y="635"/>
                  </a:lnTo>
                  <a:lnTo>
                    <a:pt x="334" y="968"/>
                  </a:lnTo>
                  <a:lnTo>
                    <a:pt x="234" y="1402"/>
                  </a:lnTo>
                  <a:lnTo>
                    <a:pt x="134" y="1836"/>
                  </a:lnTo>
                  <a:lnTo>
                    <a:pt x="100" y="2303"/>
                  </a:lnTo>
                  <a:lnTo>
                    <a:pt x="33" y="2770"/>
                  </a:lnTo>
                  <a:lnTo>
                    <a:pt x="0" y="3738"/>
                  </a:lnTo>
                  <a:lnTo>
                    <a:pt x="33" y="4738"/>
                  </a:lnTo>
                  <a:lnTo>
                    <a:pt x="67" y="5706"/>
                  </a:lnTo>
                  <a:lnTo>
                    <a:pt x="134" y="6707"/>
                  </a:lnTo>
                  <a:lnTo>
                    <a:pt x="334" y="8742"/>
                  </a:lnTo>
                  <a:lnTo>
                    <a:pt x="567" y="10777"/>
                  </a:lnTo>
                  <a:lnTo>
                    <a:pt x="867" y="13079"/>
                  </a:lnTo>
                  <a:lnTo>
                    <a:pt x="1168" y="15348"/>
                  </a:lnTo>
                  <a:lnTo>
                    <a:pt x="1835" y="19952"/>
                  </a:lnTo>
                  <a:lnTo>
                    <a:pt x="1868" y="20018"/>
                  </a:lnTo>
                  <a:lnTo>
                    <a:pt x="1902" y="20052"/>
                  </a:lnTo>
                  <a:lnTo>
                    <a:pt x="1968" y="20085"/>
                  </a:lnTo>
                  <a:lnTo>
                    <a:pt x="2035" y="20052"/>
                  </a:lnTo>
                  <a:lnTo>
                    <a:pt x="2102" y="20052"/>
                  </a:lnTo>
                  <a:lnTo>
                    <a:pt x="2169" y="19985"/>
                  </a:lnTo>
                  <a:lnTo>
                    <a:pt x="2202" y="19918"/>
                  </a:lnTo>
                  <a:lnTo>
                    <a:pt x="2202" y="19852"/>
                  </a:lnTo>
                  <a:lnTo>
                    <a:pt x="1101" y="12111"/>
                  </a:lnTo>
                  <a:lnTo>
                    <a:pt x="867" y="10176"/>
                  </a:lnTo>
                  <a:lnTo>
                    <a:pt x="667" y="8241"/>
                  </a:lnTo>
                  <a:lnTo>
                    <a:pt x="500" y="6306"/>
                  </a:lnTo>
                  <a:lnTo>
                    <a:pt x="434" y="5339"/>
                  </a:lnTo>
                  <a:lnTo>
                    <a:pt x="400" y="4371"/>
                  </a:lnTo>
                  <a:lnTo>
                    <a:pt x="400" y="3471"/>
                  </a:lnTo>
                  <a:lnTo>
                    <a:pt x="434" y="2570"/>
                  </a:lnTo>
                  <a:lnTo>
                    <a:pt x="500" y="2136"/>
                  </a:lnTo>
                  <a:lnTo>
                    <a:pt x="567" y="1669"/>
                  </a:lnTo>
                  <a:lnTo>
                    <a:pt x="667" y="1235"/>
                  </a:lnTo>
                  <a:lnTo>
                    <a:pt x="801" y="802"/>
                  </a:lnTo>
                  <a:lnTo>
                    <a:pt x="834" y="601"/>
                  </a:lnTo>
                  <a:lnTo>
                    <a:pt x="901" y="535"/>
                  </a:lnTo>
                  <a:lnTo>
                    <a:pt x="934" y="435"/>
                  </a:lnTo>
                  <a:lnTo>
                    <a:pt x="1034" y="368"/>
                  </a:lnTo>
                  <a:lnTo>
                    <a:pt x="1068" y="401"/>
                  </a:lnTo>
                  <a:lnTo>
                    <a:pt x="1134" y="468"/>
                  </a:lnTo>
                  <a:lnTo>
                    <a:pt x="1168" y="535"/>
                  </a:lnTo>
                  <a:lnTo>
                    <a:pt x="1234" y="735"/>
                  </a:lnTo>
                  <a:lnTo>
                    <a:pt x="1268" y="968"/>
                  </a:lnTo>
                  <a:lnTo>
                    <a:pt x="1268" y="1435"/>
                  </a:lnTo>
                  <a:lnTo>
                    <a:pt x="1468" y="3404"/>
                  </a:lnTo>
                  <a:lnTo>
                    <a:pt x="2135" y="11144"/>
                  </a:lnTo>
                  <a:lnTo>
                    <a:pt x="2869" y="19918"/>
                  </a:lnTo>
                  <a:lnTo>
                    <a:pt x="2903" y="20018"/>
                  </a:lnTo>
                  <a:lnTo>
                    <a:pt x="2969" y="20052"/>
                  </a:lnTo>
                  <a:lnTo>
                    <a:pt x="3036" y="20085"/>
                  </a:lnTo>
                  <a:lnTo>
                    <a:pt x="3103" y="20118"/>
                  </a:lnTo>
                  <a:lnTo>
                    <a:pt x="3169" y="20085"/>
                  </a:lnTo>
                  <a:lnTo>
                    <a:pt x="3203" y="20052"/>
                  </a:lnTo>
                  <a:lnTo>
                    <a:pt x="3236" y="20018"/>
                  </a:lnTo>
                  <a:lnTo>
                    <a:pt x="3270" y="19918"/>
                  </a:lnTo>
                  <a:lnTo>
                    <a:pt x="1835" y="3404"/>
                  </a:lnTo>
                  <a:lnTo>
                    <a:pt x="1635" y="1302"/>
                  </a:lnTo>
                  <a:lnTo>
                    <a:pt x="1635" y="968"/>
                  </a:lnTo>
                  <a:lnTo>
                    <a:pt x="1568" y="568"/>
                  </a:lnTo>
                  <a:lnTo>
                    <a:pt x="1535" y="401"/>
                  </a:lnTo>
                  <a:lnTo>
                    <a:pt x="1435" y="234"/>
                  </a:lnTo>
                  <a:lnTo>
                    <a:pt x="1335" y="101"/>
                  </a:lnTo>
                  <a:lnTo>
                    <a:pt x="1168" y="3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1"/>
            <p:cNvSpPr/>
            <p:nvPr/>
          </p:nvSpPr>
          <p:spPr>
            <a:xfrm>
              <a:off x="1445000" y="3365825"/>
              <a:ext cx="49225" cy="533000"/>
            </a:xfrm>
            <a:custGeom>
              <a:rect b="b" l="l" r="r" t="t"/>
              <a:pathLst>
                <a:path extrusionOk="0" h="21320" w="1969">
                  <a:moveTo>
                    <a:pt x="1168" y="1"/>
                  </a:moveTo>
                  <a:lnTo>
                    <a:pt x="1102" y="34"/>
                  </a:lnTo>
                  <a:lnTo>
                    <a:pt x="1035" y="68"/>
                  </a:lnTo>
                  <a:lnTo>
                    <a:pt x="868" y="201"/>
                  </a:lnTo>
                  <a:lnTo>
                    <a:pt x="735" y="368"/>
                  </a:lnTo>
                  <a:lnTo>
                    <a:pt x="534" y="702"/>
                  </a:lnTo>
                  <a:lnTo>
                    <a:pt x="401" y="1069"/>
                  </a:lnTo>
                  <a:lnTo>
                    <a:pt x="301" y="1436"/>
                  </a:lnTo>
                  <a:lnTo>
                    <a:pt x="234" y="1903"/>
                  </a:lnTo>
                  <a:lnTo>
                    <a:pt x="201" y="2403"/>
                  </a:lnTo>
                  <a:lnTo>
                    <a:pt x="101" y="3337"/>
                  </a:lnTo>
                  <a:lnTo>
                    <a:pt x="34" y="4438"/>
                  </a:lnTo>
                  <a:lnTo>
                    <a:pt x="1" y="5506"/>
                  </a:lnTo>
                  <a:lnTo>
                    <a:pt x="1" y="6573"/>
                  </a:lnTo>
                  <a:lnTo>
                    <a:pt x="1" y="7641"/>
                  </a:lnTo>
                  <a:lnTo>
                    <a:pt x="101" y="9810"/>
                  </a:lnTo>
                  <a:lnTo>
                    <a:pt x="234" y="11945"/>
                  </a:lnTo>
                  <a:lnTo>
                    <a:pt x="534" y="16215"/>
                  </a:lnTo>
                  <a:lnTo>
                    <a:pt x="668" y="18651"/>
                  </a:lnTo>
                  <a:lnTo>
                    <a:pt x="735" y="19852"/>
                  </a:lnTo>
                  <a:lnTo>
                    <a:pt x="735" y="21086"/>
                  </a:lnTo>
                  <a:lnTo>
                    <a:pt x="768" y="21186"/>
                  </a:lnTo>
                  <a:lnTo>
                    <a:pt x="835" y="21253"/>
                  </a:lnTo>
                  <a:lnTo>
                    <a:pt x="935" y="21253"/>
                  </a:lnTo>
                  <a:lnTo>
                    <a:pt x="1001" y="21286"/>
                  </a:lnTo>
                  <a:lnTo>
                    <a:pt x="1102" y="21320"/>
                  </a:lnTo>
                  <a:lnTo>
                    <a:pt x="1836" y="21219"/>
                  </a:lnTo>
                  <a:lnTo>
                    <a:pt x="1969" y="20486"/>
                  </a:lnTo>
                  <a:lnTo>
                    <a:pt x="1969" y="16415"/>
                  </a:lnTo>
                  <a:lnTo>
                    <a:pt x="1969" y="12378"/>
                  </a:lnTo>
                  <a:lnTo>
                    <a:pt x="1936" y="8308"/>
                  </a:lnTo>
                  <a:lnTo>
                    <a:pt x="1869" y="4238"/>
                  </a:lnTo>
                  <a:lnTo>
                    <a:pt x="1836" y="3137"/>
                  </a:lnTo>
                  <a:lnTo>
                    <a:pt x="1802" y="2036"/>
                  </a:lnTo>
                  <a:lnTo>
                    <a:pt x="1735" y="1536"/>
                  </a:lnTo>
                  <a:lnTo>
                    <a:pt x="1669" y="1035"/>
                  </a:lnTo>
                  <a:lnTo>
                    <a:pt x="1535" y="568"/>
                  </a:lnTo>
                  <a:lnTo>
                    <a:pt x="1302" y="101"/>
                  </a:lnTo>
                  <a:lnTo>
                    <a:pt x="1268" y="34"/>
                  </a:lnTo>
                  <a:lnTo>
                    <a:pt x="11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1"/>
            <p:cNvSpPr/>
            <p:nvPr/>
          </p:nvSpPr>
          <p:spPr>
            <a:xfrm>
              <a:off x="858650" y="3441725"/>
              <a:ext cx="80100" cy="11700"/>
            </a:xfrm>
            <a:custGeom>
              <a:rect b="b" l="l" r="r" t="t"/>
              <a:pathLst>
                <a:path extrusionOk="0" h="468" w="3204">
                  <a:moveTo>
                    <a:pt x="3003" y="1"/>
                  </a:moveTo>
                  <a:lnTo>
                    <a:pt x="2303" y="68"/>
                  </a:lnTo>
                  <a:lnTo>
                    <a:pt x="1602" y="101"/>
                  </a:lnTo>
                  <a:lnTo>
                    <a:pt x="902" y="101"/>
                  </a:lnTo>
                  <a:lnTo>
                    <a:pt x="168" y="68"/>
                  </a:lnTo>
                  <a:lnTo>
                    <a:pt x="101" y="68"/>
                  </a:lnTo>
                  <a:lnTo>
                    <a:pt x="34" y="134"/>
                  </a:lnTo>
                  <a:lnTo>
                    <a:pt x="1" y="168"/>
                  </a:lnTo>
                  <a:lnTo>
                    <a:pt x="1" y="234"/>
                  </a:lnTo>
                  <a:lnTo>
                    <a:pt x="1" y="301"/>
                  </a:lnTo>
                  <a:lnTo>
                    <a:pt x="34" y="368"/>
                  </a:lnTo>
                  <a:lnTo>
                    <a:pt x="101" y="435"/>
                  </a:lnTo>
                  <a:lnTo>
                    <a:pt x="168" y="435"/>
                  </a:lnTo>
                  <a:lnTo>
                    <a:pt x="902" y="468"/>
                  </a:lnTo>
                  <a:lnTo>
                    <a:pt x="1602" y="468"/>
                  </a:lnTo>
                  <a:lnTo>
                    <a:pt x="2303" y="435"/>
                  </a:lnTo>
                  <a:lnTo>
                    <a:pt x="3003" y="401"/>
                  </a:lnTo>
                  <a:lnTo>
                    <a:pt x="3103" y="368"/>
                  </a:lnTo>
                  <a:lnTo>
                    <a:pt x="3137" y="335"/>
                  </a:lnTo>
                  <a:lnTo>
                    <a:pt x="3170" y="268"/>
                  </a:lnTo>
                  <a:lnTo>
                    <a:pt x="3204" y="201"/>
                  </a:lnTo>
                  <a:lnTo>
                    <a:pt x="3170" y="134"/>
                  </a:lnTo>
                  <a:lnTo>
                    <a:pt x="3137" y="68"/>
                  </a:lnTo>
                  <a:lnTo>
                    <a:pt x="3103" y="34"/>
                  </a:lnTo>
                  <a:lnTo>
                    <a:pt x="300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1"/>
            <p:cNvSpPr/>
            <p:nvPr/>
          </p:nvSpPr>
          <p:spPr>
            <a:xfrm>
              <a:off x="922050" y="3304950"/>
              <a:ext cx="38375" cy="14200"/>
            </a:xfrm>
            <a:custGeom>
              <a:rect b="b" l="l" r="r" t="t"/>
              <a:pathLst>
                <a:path extrusionOk="0" h="568" w="1535">
                  <a:moveTo>
                    <a:pt x="167" y="0"/>
                  </a:moveTo>
                  <a:lnTo>
                    <a:pt x="100" y="34"/>
                  </a:lnTo>
                  <a:lnTo>
                    <a:pt x="34" y="67"/>
                  </a:lnTo>
                  <a:lnTo>
                    <a:pt x="0" y="134"/>
                  </a:lnTo>
                  <a:lnTo>
                    <a:pt x="0" y="201"/>
                  </a:lnTo>
                  <a:lnTo>
                    <a:pt x="34" y="267"/>
                  </a:lnTo>
                  <a:lnTo>
                    <a:pt x="67" y="334"/>
                  </a:lnTo>
                  <a:lnTo>
                    <a:pt x="134" y="367"/>
                  </a:lnTo>
                  <a:lnTo>
                    <a:pt x="1301" y="568"/>
                  </a:lnTo>
                  <a:lnTo>
                    <a:pt x="1368" y="568"/>
                  </a:lnTo>
                  <a:lnTo>
                    <a:pt x="1435" y="534"/>
                  </a:lnTo>
                  <a:lnTo>
                    <a:pt x="1502" y="501"/>
                  </a:lnTo>
                  <a:lnTo>
                    <a:pt x="1535" y="434"/>
                  </a:lnTo>
                  <a:lnTo>
                    <a:pt x="1535" y="367"/>
                  </a:lnTo>
                  <a:lnTo>
                    <a:pt x="1502" y="267"/>
                  </a:lnTo>
                  <a:lnTo>
                    <a:pt x="1468" y="234"/>
                  </a:lnTo>
                  <a:lnTo>
                    <a:pt x="1401" y="201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1"/>
            <p:cNvSpPr/>
            <p:nvPr/>
          </p:nvSpPr>
          <p:spPr>
            <a:xfrm>
              <a:off x="1104700" y="3117275"/>
              <a:ext cx="34225" cy="57575"/>
            </a:xfrm>
            <a:custGeom>
              <a:rect b="b" l="l" r="r" t="t"/>
              <a:pathLst>
                <a:path extrusionOk="0" h="2303" w="1369">
                  <a:moveTo>
                    <a:pt x="167" y="1"/>
                  </a:moveTo>
                  <a:lnTo>
                    <a:pt x="67" y="34"/>
                  </a:lnTo>
                  <a:lnTo>
                    <a:pt x="34" y="68"/>
                  </a:lnTo>
                  <a:lnTo>
                    <a:pt x="1" y="134"/>
                  </a:lnTo>
                  <a:lnTo>
                    <a:pt x="1" y="201"/>
                  </a:lnTo>
                  <a:lnTo>
                    <a:pt x="1" y="268"/>
                  </a:lnTo>
                  <a:lnTo>
                    <a:pt x="301" y="735"/>
                  </a:lnTo>
                  <a:lnTo>
                    <a:pt x="568" y="1202"/>
                  </a:lnTo>
                  <a:lnTo>
                    <a:pt x="801" y="1669"/>
                  </a:lnTo>
                  <a:lnTo>
                    <a:pt x="1002" y="2169"/>
                  </a:lnTo>
                  <a:lnTo>
                    <a:pt x="1035" y="2236"/>
                  </a:lnTo>
                  <a:lnTo>
                    <a:pt x="1102" y="2270"/>
                  </a:lnTo>
                  <a:lnTo>
                    <a:pt x="1168" y="2303"/>
                  </a:lnTo>
                  <a:lnTo>
                    <a:pt x="1235" y="2303"/>
                  </a:lnTo>
                  <a:lnTo>
                    <a:pt x="1302" y="2270"/>
                  </a:lnTo>
                  <a:lnTo>
                    <a:pt x="1369" y="2203"/>
                  </a:lnTo>
                  <a:lnTo>
                    <a:pt x="1369" y="2136"/>
                  </a:lnTo>
                  <a:lnTo>
                    <a:pt x="1369" y="2069"/>
                  </a:lnTo>
                  <a:lnTo>
                    <a:pt x="1168" y="1536"/>
                  </a:lnTo>
                  <a:lnTo>
                    <a:pt x="935" y="1035"/>
                  </a:lnTo>
                  <a:lnTo>
                    <a:pt x="668" y="568"/>
                  </a:lnTo>
                  <a:lnTo>
                    <a:pt x="334" y="101"/>
                  </a:lnTo>
                  <a:lnTo>
                    <a:pt x="301" y="34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1"/>
            <p:cNvSpPr/>
            <p:nvPr/>
          </p:nvSpPr>
          <p:spPr>
            <a:xfrm>
              <a:off x="1358250" y="3051400"/>
              <a:ext cx="16725" cy="72575"/>
            </a:xfrm>
            <a:custGeom>
              <a:rect b="b" l="l" r="r" t="t"/>
              <a:pathLst>
                <a:path extrusionOk="0" h="2903" w="669">
                  <a:moveTo>
                    <a:pt x="134" y="0"/>
                  </a:moveTo>
                  <a:lnTo>
                    <a:pt x="68" y="34"/>
                  </a:lnTo>
                  <a:lnTo>
                    <a:pt x="34" y="67"/>
                  </a:lnTo>
                  <a:lnTo>
                    <a:pt x="1" y="134"/>
                  </a:lnTo>
                  <a:lnTo>
                    <a:pt x="1" y="234"/>
                  </a:lnTo>
                  <a:lnTo>
                    <a:pt x="134" y="834"/>
                  </a:lnTo>
                  <a:lnTo>
                    <a:pt x="234" y="1468"/>
                  </a:lnTo>
                  <a:lnTo>
                    <a:pt x="301" y="2102"/>
                  </a:lnTo>
                  <a:lnTo>
                    <a:pt x="301" y="2703"/>
                  </a:lnTo>
                  <a:lnTo>
                    <a:pt x="301" y="2803"/>
                  </a:lnTo>
                  <a:lnTo>
                    <a:pt x="368" y="2836"/>
                  </a:lnTo>
                  <a:lnTo>
                    <a:pt x="435" y="2869"/>
                  </a:lnTo>
                  <a:lnTo>
                    <a:pt x="501" y="2903"/>
                  </a:lnTo>
                  <a:lnTo>
                    <a:pt x="568" y="2869"/>
                  </a:lnTo>
                  <a:lnTo>
                    <a:pt x="601" y="2836"/>
                  </a:lnTo>
                  <a:lnTo>
                    <a:pt x="668" y="2803"/>
                  </a:lnTo>
                  <a:lnTo>
                    <a:pt x="668" y="2703"/>
                  </a:lnTo>
                  <a:lnTo>
                    <a:pt x="668" y="2069"/>
                  </a:lnTo>
                  <a:lnTo>
                    <a:pt x="601" y="1402"/>
                  </a:lnTo>
                  <a:lnTo>
                    <a:pt x="501" y="768"/>
                  </a:lnTo>
                  <a:lnTo>
                    <a:pt x="368" y="134"/>
                  </a:lnTo>
                  <a:lnTo>
                    <a:pt x="334" y="67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1"/>
            <p:cNvSpPr/>
            <p:nvPr/>
          </p:nvSpPr>
          <p:spPr>
            <a:xfrm>
              <a:off x="1480875" y="3046400"/>
              <a:ext cx="15875" cy="70075"/>
            </a:xfrm>
            <a:custGeom>
              <a:rect b="b" l="l" r="r" t="t"/>
              <a:pathLst>
                <a:path extrusionOk="0" h="2803" w="635">
                  <a:moveTo>
                    <a:pt x="401" y="0"/>
                  </a:moveTo>
                  <a:lnTo>
                    <a:pt x="334" y="67"/>
                  </a:lnTo>
                  <a:lnTo>
                    <a:pt x="300" y="100"/>
                  </a:lnTo>
                  <a:lnTo>
                    <a:pt x="267" y="200"/>
                  </a:lnTo>
                  <a:lnTo>
                    <a:pt x="0" y="2636"/>
                  </a:lnTo>
                  <a:lnTo>
                    <a:pt x="0" y="2702"/>
                  </a:lnTo>
                  <a:lnTo>
                    <a:pt x="34" y="2769"/>
                  </a:lnTo>
                  <a:lnTo>
                    <a:pt x="100" y="2803"/>
                  </a:lnTo>
                  <a:lnTo>
                    <a:pt x="267" y="2803"/>
                  </a:lnTo>
                  <a:lnTo>
                    <a:pt x="300" y="2769"/>
                  </a:lnTo>
                  <a:lnTo>
                    <a:pt x="334" y="2702"/>
                  </a:lnTo>
                  <a:lnTo>
                    <a:pt x="367" y="2636"/>
                  </a:lnTo>
                  <a:lnTo>
                    <a:pt x="634" y="200"/>
                  </a:lnTo>
                  <a:lnTo>
                    <a:pt x="634" y="100"/>
                  </a:lnTo>
                  <a:lnTo>
                    <a:pt x="601" y="67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1600150" y="3085600"/>
              <a:ext cx="14200" cy="53400"/>
            </a:xfrm>
            <a:custGeom>
              <a:rect b="b" l="l" r="r" t="t"/>
              <a:pathLst>
                <a:path extrusionOk="0" h="2136" w="568">
                  <a:moveTo>
                    <a:pt x="300" y="0"/>
                  </a:moveTo>
                  <a:lnTo>
                    <a:pt x="234" y="34"/>
                  </a:lnTo>
                  <a:lnTo>
                    <a:pt x="200" y="100"/>
                  </a:lnTo>
                  <a:lnTo>
                    <a:pt x="200" y="167"/>
                  </a:lnTo>
                  <a:lnTo>
                    <a:pt x="0" y="1935"/>
                  </a:lnTo>
                  <a:lnTo>
                    <a:pt x="0" y="2002"/>
                  </a:lnTo>
                  <a:lnTo>
                    <a:pt x="33" y="2069"/>
                  </a:lnTo>
                  <a:lnTo>
                    <a:pt x="100" y="2102"/>
                  </a:lnTo>
                  <a:lnTo>
                    <a:pt x="167" y="2135"/>
                  </a:lnTo>
                  <a:lnTo>
                    <a:pt x="267" y="2102"/>
                  </a:lnTo>
                  <a:lnTo>
                    <a:pt x="300" y="2069"/>
                  </a:lnTo>
                  <a:lnTo>
                    <a:pt x="367" y="2002"/>
                  </a:lnTo>
                  <a:lnTo>
                    <a:pt x="367" y="1935"/>
                  </a:lnTo>
                  <a:lnTo>
                    <a:pt x="567" y="167"/>
                  </a:lnTo>
                  <a:lnTo>
                    <a:pt x="567" y="100"/>
                  </a:lnTo>
                  <a:lnTo>
                    <a:pt x="500" y="34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1756100" y="3148975"/>
              <a:ext cx="18375" cy="25875"/>
            </a:xfrm>
            <a:custGeom>
              <a:rect b="b" l="l" r="r" t="t"/>
              <a:pathLst>
                <a:path extrusionOk="0" h="1035" w="735">
                  <a:moveTo>
                    <a:pt x="501" y="1"/>
                  </a:moveTo>
                  <a:lnTo>
                    <a:pt x="468" y="34"/>
                  </a:lnTo>
                  <a:lnTo>
                    <a:pt x="401" y="67"/>
                  </a:lnTo>
                  <a:lnTo>
                    <a:pt x="1" y="768"/>
                  </a:lnTo>
                  <a:lnTo>
                    <a:pt x="1" y="835"/>
                  </a:lnTo>
                  <a:lnTo>
                    <a:pt x="1" y="901"/>
                  </a:lnTo>
                  <a:lnTo>
                    <a:pt x="34" y="968"/>
                  </a:lnTo>
                  <a:lnTo>
                    <a:pt x="68" y="1035"/>
                  </a:lnTo>
                  <a:lnTo>
                    <a:pt x="234" y="1035"/>
                  </a:lnTo>
                  <a:lnTo>
                    <a:pt x="301" y="1002"/>
                  </a:lnTo>
                  <a:lnTo>
                    <a:pt x="334" y="968"/>
                  </a:lnTo>
                  <a:lnTo>
                    <a:pt x="735" y="268"/>
                  </a:lnTo>
                  <a:lnTo>
                    <a:pt x="735" y="201"/>
                  </a:lnTo>
                  <a:lnTo>
                    <a:pt x="735" y="134"/>
                  </a:lnTo>
                  <a:lnTo>
                    <a:pt x="701" y="67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1887050" y="3250725"/>
              <a:ext cx="44225" cy="29225"/>
            </a:xfrm>
            <a:custGeom>
              <a:rect b="b" l="l" r="r" t="t"/>
              <a:pathLst>
                <a:path extrusionOk="0" h="1169" w="1769">
                  <a:moveTo>
                    <a:pt x="1602" y="1"/>
                  </a:moveTo>
                  <a:lnTo>
                    <a:pt x="1502" y="34"/>
                  </a:lnTo>
                  <a:lnTo>
                    <a:pt x="1135" y="201"/>
                  </a:lnTo>
                  <a:lnTo>
                    <a:pt x="801" y="368"/>
                  </a:lnTo>
                  <a:lnTo>
                    <a:pt x="434" y="568"/>
                  </a:lnTo>
                  <a:lnTo>
                    <a:pt x="101" y="835"/>
                  </a:lnTo>
                  <a:lnTo>
                    <a:pt x="67" y="868"/>
                  </a:lnTo>
                  <a:lnTo>
                    <a:pt x="34" y="935"/>
                  </a:lnTo>
                  <a:lnTo>
                    <a:pt x="1" y="1002"/>
                  </a:lnTo>
                  <a:lnTo>
                    <a:pt x="34" y="1069"/>
                  </a:lnTo>
                  <a:lnTo>
                    <a:pt x="101" y="1135"/>
                  </a:lnTo>
                  <a:lnTo>
                    <a:pt x="168" y="1169"/>
                  </a:lnTo>
                  <a:lnTo>
                    <a:pt x="234" y="1169"/>
                  </a:lnTo>
                  <a:lnTo>
                    <a:pt x="301" y="1135"/>
                  </a:lnTo>
                  <a:lnTo>
                    <a:pt x="601" y="935"/>
                  </a:lnTo>
                  <a:lnTo>
                    <a:pt x="935" y="735"/>
                  </a:lnTo>
                  <a:lnTo>
                    <a:pt x="1268" y="535"/>
                  </a:lnTo>
                  <a:lnTo>
                    <a:pt x="1602" y="368"/>
                  </a:lnTo>
                  <a:lnTo>
                    <a:pt x="1669" y="335"/>
                  </a:lnTo>
                  <a:lnTo>
                    <a:pt x="1736" y="301"/>
                  </a:lnTo>
                  <a:lnTo>
                    <a:pt x="1769" y="234"/>
                  </a:lnTo>
                  <a:lnTo>
                    <a:pt x="1736" y="168"/>
                  </a:lnTo>
                  <a:lnTo>
                    <a:pt x="1702" y="101"/>
                  </a:lnTo>
                  <a:lnTo>
                    <a:pt x="1669" y="34"/>
                  </a:lnTo>
                  <a:lnTo>
                    <a:pt x="16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1"/>
            <p:cNvSpPr/>
            <p:nvPr/>
          </p:nvSpPr>
          <p:spPr>
            <a:xfrm>
              <a:off x="1909575" y="3409200"/>
              <a:ext cx="57575" cy="15050"/>
            </a:xfrm>
            <a:custGeom>
              <a:rect b="b" l="l" r="r" t="t"/>
              <a:pathLst>
                <a:path extrusionOk="0" h="602" w="2303">
                  <a:moveTo>
                    <a:pt x="167" y="1"/>
                  </a:moveTo>
                  <a:lnTo>
                    <a:pt x="101" y="34"/>
                  </a:lnTo>
                  <a:lnTo>
                    <a:pt x="34" y="68"/>
                  </a:lnTo>
                  <a:lnTo>
                    <a:pt x="0" y="134"/>
                  </a:lnTo>
                  <a:lnTo>
                    <a:pt x="0" y="201"/>
                  </a:lnTo>
                  <a:lnTo>
                    <a:pt x="0" y="268"/>
                  </a:lnTo>
                  <a:lnTo>
                    <a:pt x="34" y="334"/>
                  </a:lnTo>
                  <a:lnTo>
                    <a:pt x="101" y="368"/>
                  </a:lnTo>
                  <a:lnTo>
                    <a:pt x="167" y="401"/>
                  </a:lnTo>
                  <a:lnTo>
                    <a:pt x="2136" y="601"/>
                  </a:lnTo>
                  <a:lnTo>
                    <a:pt x="2202" y="568"/>
                  </a:lnTo>
                  <a:lnTo>
                    <a:pt x="2269" y="535"/>
                  </a:lnTo>
                  <a:lnTo>
                    <a:pt x="2303" y="468"/>
                  </a:lnTo>
                  <a:lnTo>
                    <a:pt x="2303" y="401"/>
                  </a:lnTo>
                  <a:lnTo>
                    <a:pt x="2303" y="334"/>
                  </a:lnTo>
                  <a:lnTo>
                    <a:pt x="2269" y="268"/>
                  </a:lnTo>
                  <a:lnTo>
                    <a:pt x="2202" y="234"/>
                  </a:lnTo>
                  <a:lnTo>
                    <a:pt x="2136" y="201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1"/>
            <p:cNvSpPr/>
            <p:nvPr/>
          </p:nvSpPr>
          <p:spPr>
            <a:xfrm>
              <a:off x="1921250" y="3592700"/>
              <a:ext cx="55900" cy="14200"/>
            </a:xfrm>
            <a:custGeom>
              <a:rect b="b" l="l" r="r" t="t"/>
              <a:pathLst>
                <a:path extrusionOk="0" h="568" w="2236">
                  <a:moveTo>
                    <a:pt x="101" y="1"/>
                  </a:moveTo>
                  <a:lnTo>
                    <a:pt x="67" y="67"/>
                  </a:lnTo>
                  <a:lnTo>
                    <a:pt x="34" y="134"/>
                  </a:lnTo>
                  <a:lnTo>
                    <a:pt x="1" y="201"/>
                  </a:lnTo>
                  <a:lnTo>
                    <a:pt x="34" y="267"/>
                  </a:lnTo>
                  <a:lnTo>
                    <a:pt x="67" y="334"/>
                  </a:lnTo>
                  <a:lnTo>
                    <a:pt x="134" y="368"/>
                  </a:lnTo>
                  <a:lnTo>
                    <a:pt x="634" y="468"/>
                  </a:lnTo>
                  <a:lnTo>
                    <a:pt x="1102" y="534"/>
                  </a:lnTo>
                  <a:lnTo>
                    <a:pt x="1569" y="568"/>
                  </a:lnTo>
                  <a:lnTo>
                    <a:pt x="2069" y="568"/>
                  </a:lnTo>
                  <a:lnTo>
                    <a:pt x="2136" y="534"/>
                  </a:lnTo>
                  <a:lnTo>
                    <a:pt x="2202" y="501"/>
                  </a:lnTo>
                  <a:lnTo>
                    <a:pt x="2236" y="434"/>
                  </a:lnTo>
                  <a:lnTo>
                    <a:pt x="2236" y="368"/>
                  </a:lnTo>
                  <a:lnTo>
                    <a:pt x="2236" y="301"/>
                  </a:lnTo>
                  <a:lnTo>
                    <a:pt x="2202" y="234"/>
                  </a:lnTo>
                  <a:lnTo>
                    <a:pt x="2136" y="201"/>
                  </a:lnTo>
                  <a:lnTo>
                    <a:pt x="2069" y="167"/>
                  </a:lnTo>
                  <a:lnTo>
                    <a:pt x="1602" y="201"/>
                  </a:lnTo>
                  <a:lnTo>
                    <a:pt x="1135" y="167"/>
                  </a:lnTo>
                  <a:lnTo>
                    <a:pt x="701" y="101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1"/>
            <p:cNvSpPr/>
            <p:nvPr/>
          </p:nvSpPr>
          <p:spPr>
            <a:xfrm>
              <a:off x="1505050" y="3466750"/>
              <a:ext cx="42575" cy="427900"/>
            </a:xfrm>
            <a:custGeom>
              <a:rect b="b" l="l" r="r" t="t"/>
              <a:pathLst>
                <a:path extrusionOk="0" h="17116" w="1703">
                  <a:moveTo>
                    <a:pt x="1135" y="1"/>
                  </a:moveTo>
                  <a:lnTo>
                    <a:pt x="1035" y="34"/>
                  </a:lnTo>
                  <a:lnTo>
                    <a:pt x="935" y="134"/>
                  </a:lnTo>
                  <a:lnTo>
                    <a:pt x="835" y="234"/>
                  </a:lnTo>
                  <a:lnTo>
                    <a:pt x="768" y="334"/>
                  </a:lnTo>
                  <a:lnTo>
                    <a:pt x="668" y="568"/>
                  </a:lnTo>
                  <a:lnTo>
                    <a:pt x="568" y="968"/>
                  </a:lnTo>
                  <a:lnTo>
                    <a:pt x="468" y="1369"/>
                  </a:lnTo>
                  <a:lnTo>
                    <a:pt x="334" y="2203"/>
                  </a:lnTo>
                  <a:lnTo>
                    <a:pt x="201" y="3571"/>
                  </a:lnTo>
                  <a:lnTo>
                    <a:pt x="134" y="4905"/>
                  </a:lnTo>
                  <a:lnTo>
                    <a:pt x="34" y="6273"/>
                  </a:lnTo>
                  <a:lnTo>
                    <a:pt x="1" y="7974"/>
                  </a:lnTo>
                  <a:lnTo>
                    <a:pt x="1" y="9709"/>
                  </a:lnTo>
                  <a:lnTo>
                    <a:pt x="67" y="11411"/>
                  </a:lnTo>
                  <a:lnTo>
                    <a:pt x="134" y="13112"/>
                  </a:lnTo>
                  <a:lnTo>
                    <a:pt x="201" y="15014"/>
                  </a:lnTo>
                  <a:lnTo>
                    <a:pt x="234" y="16148"/>
                  </a:lnTo>
                  <a:lnTo>
                    <a:pt x="234" y="16982"/>
                  </a:lnTo>
                  <a:lnTo>
                    <a:pt x="234" y="17049"/>
                  </a:lnTo>
                  <a:lnTo>
                    <a:pt x="268" y="17082"/>
                  </a:lnTo>
                  <a:lnTo>
                    <a:pt x="334" y="17116"/>
                  </a:lnTo>
                  <a:lnTo>
                    <a:pt x="434" y="17116"/>
                  </a:lnTo>
                  <a:lnTo>
                    <a:pt x="501" y="17082"/>
                  </a:lnTo>
                  <a:lnTo>
                    <a:pt x="534" y="17049"/>
                  </a:lnTo>
                  <a:lnTo>
                    <a:pt x="534" y="16982"/>
                  </a:lnTo>
                  <a:lnTo>
                    <a:pt x="468" y="15181"/>
                  </a:lnTo>
                  <a:lnTo>
                    <a:pt x="401" y="12745"/>
                  </a:lnTo>
                  <a:lnTo>
                    <a:pt x="334" y="10276"/>
                  </a:lnTo>
                  <a:lnTo>
                    <a:pt x="301" y="8909"/>
                  </a:lnTo>
                  <a:lnTo>
                    <a:pt x="301" y="7541"/>
                  </a:lnTo>
                  <a:lnTo>
                    <a:pt x="301" y="6173"/>
                  </a:lnTo>
                  <a:lnTo>
                    <a:pt x="368" y="4838"/>
                  </a:lnTo>
                  <a:lnTo>
                    <a:pt x="468" y="3671"/>
                  </a:lnTo>
                  <a:lnTo>
                    <a:pt x="568" y="2737"/>
                  </a:lnTo>
                  <a:lnTo>
                    <a:pt x="701" y="1802"/>
                  </a:lnTo>
                  <a:lnTo>
                    <a:pt x="768" y="1402"/>
                  </a:lnTo>
                  <a:lnTo>
                    <a:pt x="868" y="1002"/>
                  </a:lnTo>
                  <a:lnTo>
                    <a:pt x="968" y="701"/>
                  </a:lnTo>
                  <a:lnTo>
                    <a:pt x="1035" y="568"/>
                  </a:lnTo>
                  <a:lnTo>
                    <a:pt x="1135" y="435"/>
                  </a:lnTo>
                  <a:lnTo>
                    <a:pt x="1235" y="568"/>
                  </a:lnTo>
                  <a:lnTo>
                    <a:pt x="1268" y="701"/>
                  </a:lnTo>
                  <a:lnTo>
                    <a:pt x="1302" y="868"/>
                  </a:lnTo>
                  <a:lnTo>
                    <a:pt x="1335" y="1035"/>
                  </a:lnTo>
                  <a:lnTo>
                    <a:pt x="1335" y="1369"/>
                  </a:lnTo>
                  <a:lnTo>
                    <a:pt x="1302" y="1669"/>
                  </a:lnTo>
                  <a:lnTo>
                    <a:pt x="1302" y="3304"/>
                  </a:lnTo>
                  <a:lnTo>
                    <a:pt x="1235" y="6607"/>
                  </a:lnTo>
                  <a:lnTo>
                    <a:pt x="1068" y="12712"/>
                  </a:lnTo>
                  <a:lnTo>
                    <a:pt x="1035" y="13179"/>
                  </a:lnTo>
                  <a:lnTo>
                    <a:pt x="935" y="14113"/>
                  </a:lnTo>
                  <a:lnTo>
                    <a:pt x="901" y="15047"/>
                  </a:lnTo>
                  <a:lnTo>
                    <a:pt x="901" y="15981"/>
                  </a:lnTo>
                  <a:lnTo>
                    <a:pt x="935" y="16916"/>
                  </a:lnTo>
                  <a:lnTo>
                    <a:pt x="968" y="16982"/>
                  </a:lnTo>
                  <a:lnTo>
                    <a:pt x="1035" y="17016"/>
                  </a:lnTo>
                  <a:lnTo>
                    <a:pt x="1068" y="17082"/>
                  </a:lnTo>
                  <a:lnTo>
                    <a:pt x="1168" y="17116"/>
                  </a:lnTo>
                  <a:lnTo>
                    <a:pt x="1235" y="17082"/>
                  </a:lnTo>
                  <a:lnTo>
                    <a:pt x="1268" y="16982"/>
                  </a:lnTo>
                  <a:lnTo>
                    <a:pt x="1402" y="13646"/>
                  </a:lnTo>
                  <a:lnTo>
                    <a:pt x="1535" y="10343"/>
                  </a:lnTo>
                  <a:lnTo>
                    <a:pt x="1535" y="10110"/>
                  </a:lnTo>
                  <a:lnTo>
                    <a:pt x="1602" y="8375"/>
                  </a:lnTo>
                  <a:lnTo>
                    <a:pt x="1635" y="6673"/>
                  </a:lnTo>
                  <a:lnTo>
                    <a:pt x="1669" y="2903"/>
                  </a:lnTo>
                  <a:lnTo>
                    <a:pt x="1702" y="1135"/>
                  </a:lnTo>
                  <a:lnTo>
                    <a:pt x="1702" y="868"/>
                  </a:lnTo>
                  <a:lnTo>
                    <a:pt x="1669" y="535"/>
                  </a:lnTo>
                  <a:lnTo>
                    <a:pt x="1635" y="401"/>
                  </a:lnTo>
                  <a:lnTo>
                    <a:pt x="1602" y="268"/>
                  </a:lnTo>
                  <a:lnTo>
                    <a:pt x="1502" y="134"/>
                  </a:lnTo>
                  <a:lnTo>
                    <a:pt x="1402" y="68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2"/>
          <p:cNvSpPr/>
          <p:nvPr/>
        </p:nvSpPr>
        <p:spPr>
          <a:xfrm>
            <a:off x="7057347" y="1000150"/>
            <a:ext cx="1608900" cy="160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2"/>
          <p:cNvSpPr txBox="1"/>
          <p:nvPr>
            <p:ph type="title"/>
          </p:nvPr>
        </p:nvSpPr>
        <p:spPr>
          <a:xfrm>
            <a:off x="6050700" y="2831925"/>
            <a:ext cx="2797200" cy="13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Input data</a:t>
            </a:r>
            <a:endParaRPr/>
          </a:p>
        </p:txBody>
      </p:sp>
      <p:sp>
        <p:nvSpPr>
          <p:cNvPr id="387" name="Google Shape;387;p32"/>
          <p:cNvSpPr txBox="1"/>
          <p:nvPr>
            <p:ph idx="2" type="title"/>
          </p:nvPr>
        </p:nvSpPr>
        <p:spPr>
          <a:xfrm>
            <a:off x="685998" y="2899783"/>
            <a:ext cx="2516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88" name="Google Shape;388;p32"/>
          <p:cNvSpPr txBox="1"/>
          <p:nvPr>
            <p:ph idx="3" type="title"/>
          </p:nvPr>
        </p:nvSpPr>
        <p:spPr>
          <a:xfrm>
            <a:off x="3421459" y="2899783"/>
            <a:ext cx="2516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89" name="Google Shape;389;p32"/>
          <p:cNvSpPr txBox="1"/>
          <p:nvPr>
            <p:ph idx="4" type="title"/>
          </p:nvPr>
        </p:nvSpPr>
        <p:spPr>
          <a:xfrm>
            <a:off x="694898" y="1762060"/>
            <a:ext cx="2516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90" name="Google Shape;390;p32"/>
          <p:cNvSpPr txBox="1"/>
          <p:nvPr>
            <p:ph idx="5" type="title"/>
          </p:nvPr>
        </p:nvSpPr>
        <p:spPr>
          <a:xfrm>
            <a:off x="3430359" y="1762060"/>
            <a:ext cx="2516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91" name="Google Shape;391;p32"/>
          <p:cNvSpPr txBox="1"/>
          <p:nvPr>
            <p:ph idx="6" type="title"/>
          </p:nvPr>
        </p:nvSpPr>
        <p:spPr>
          <a:xfrm>
            <a:off x="702948" y="725450"/>
            <a:ext cx="2516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92" name="Google Shape;392;p32"/>
          <p:cNvSpPr txBox="1"/>
          <p:nvPr>
            <p:ph idx="7" type="title"/>
          </p:nvPr>
        </p:nvSpPr>
        <p:spPr>
          <a:xfrm>
            <a:off x="3438409" y="725450"/>
            <a:ext cx="2516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93" name="Google Shape;393;p32"/>
          <p:cNvSpPr txBox="1"/>
          <p:nvPr>
            <p:ph idx="8" type="ctrTitle"/>
          </p:nvPr>
        </p:nvSpPr>
        <p:spPr>
          <a:xfrm>
            <a:off x="677950" y="3477572"/>
            <a:ext cx="2516100" cy="32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 sz="1300"/>
              <a:t>appliance duration </a:t>
            </a:r>
            <a:endParaRPr sz="1300"/>
          </a:p>
        </p:txBody>
      </p:sp>
      <p:sp>
        <p:nvSpPr>
          <p:cNvPr id="394" name="Google Shape;394;p32"/>
          <p:cNvSpPr txBox="1"/>
          <p:nvPr>
            <p:ph idx="9" type="ctrTitle"/>
          </p:nvPr>
        </p:nvSpPr>
        <p:spPr>
          <a:xfrm>
            <a:off x="3364321" y="3641297"/>
            <a:ext cx="2516100" cy="32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en" sz="1300"/>
              <a:t>earliest start time and latest finish time</a:t>
            </a:r>
            <a:endParaRPr sz="1300"/>
          </a:p>
        </p:txBody>
      </p:sp>
      <p:sp>
        <p:nvSpPr>
          <p:cNvPr id="395" name="Google Shape;395;p32"/>
          <p:cNvSpPr txBox="1"/>
          <p:nvPr>
            <p:ph idx="14" type="ctrTitle"/>
          </p:nvPr>
        </p:nvSpPr>
        <p:spPr>
          <a:xfrm>
            <a:off x="694900" y="2564591"/>
            <a:ext cx="2516100" cy="32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 sz="1300"/>
              <a:t>tariff profile </a:t>
            </a:r>
            <a:endParaRPr sz="1300"/>
          </a:p>
        </p:txBody>
      </p:sp>
      <p:sp>
        <p:nvSpPr>
          <p:cNvPr id="396" name="Google Shape;396;p32"/>
          <p:cNvSpPr txBox="1"/>
          <p:nvPr>
            <p:ph idx="16" type="ctrTitle"/>
          </p:nvPr>
        </p:nvSpPr>
        <p:spPr>
          <a:xfrm>
            <a:off x="3430346" y="2339854"/>
            <a:ext cx="2516100" cy="32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 sz="1300"/>
              <a:t>appliance energy demand </a:t>
            </a:r>
            <a:endParaRPr sz="1300"/>
          </a:p>
        </p:txBody>
      </p:sp>
      <p:sp>
        <p:nvSpPr>
          <p:cNvPr id="397" name="Google Shape;397;p32"/>
          <p:cNvSpPr txBox="1"/>
          <p:nvPr>
            <p:ph idx="18" type="ctrTitle"/>
          </p:nvPr>
        </p:nvSpPr>
        <p:spPr>
          <a:xfrm>
            <a:off x="423600" y="1489516"/>
            <a:ext cx="2516100" cy="32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en" sz="1300"/>
              <a:t>household connection capacity in kW</a:t>
            </a:r>
            <a:endParaRPr sz="1300"/>
          </a:p>
        </p:txBody>
      </p:sp>
      <p:sp>
        <p:nvSpPr>
          <p:cNvPr id="398" name="Google Shape;398;p32"/>
          <p:cNvSpPr txBox="1"/>
          <p:nvPr>
            <p:ph idx="20" type="ctrTitle"/>
          </p:nvPr>
        </p:nvSpPr>
        <p:spPr>
          <a:xfrm>
            <a:off x="3438396" y="1303253"/>
            <a:ext cx="2516100" cy="32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 sz="1300"/>
              <a:t>low and high electricity tariff </a:t>
            </a:r>
            <a:endParaRPr sz="1300"/>
          </a:p>
        </p:txBody>
      </p:sp>
      <p:sp>
        <p:nvSpPr>
          <p:cNvPr id="399" name="Google Shape;399;p32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0" name="Google Shape;400;p32"/>
          <p:cNvSpPr txBox="1"/>
          <p:nvPr>
            <p:ph idx="22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Numerical Optimization</a:t>
            </a:r>
            <a:endParaRPr/>
          </a:p>
        </p:txBody>
      </p:sp>
      <p:grpSp>
        <p:nvGrpSpPr>
          <p:cNvPr id="401" name="Google Shape;401;p32"/>
          <p:cNvGrpSpPr/>
          <p:nvPr/>
        </p:nvGrpSpPr>
        <p:grpSpPr>
          <a:xfrm>
            <a:off x="7418132" y="826513"/>
            <a:ext cx="1085636" cy="1916461"/>
            <a:chOff x="2880425" y="2998025"/>
            <a:chExt cx="597225" cy="1054275"/>
          </a:xfrm>
        </p:grpSpPr>
        <p:sp>
          <p:nvSpPr>
            <p:cNvPr id="402" name="Google Shape;402;p32"/>
            <p:cNvSpPr/>
            <p:nvPr/>
          </p:nvSpPr>
          <p:spPr>
            <a:xfrm>
              <a:off x="2961325" y="3082250"/>
              <a:ext cx="427075" cy="831600"/>
            </a:xfrm>
            <a:custGeom>
              <a:rect b="b" l="l" r="r" t="t"/>
              <a:pathLst>
                <a:path extrusionOk="0" h="33264" w="17083">
                  <a:moveTo>
                    <a:pt x="8742" y="1"/>
                  </a:moveTo>
                  <a:lnTo>
                    <a:pt x="8208" y="34"/>
                  </a:lnTo>
                  <a:lnTo>
                    <a:pt x="7674" y="134"/>
                  </a:lnTo>
                  <a:lnTo>
                    <a:pt x="7140" y="268"/>
                  </a:lnTo>
                  <a:lnTo>
                    <a:pt x="6640" y="401"/>
                  </a:lnTo>
                  <a:lnTo>
                    <a:pt x="6139" y="601"/>
                  </a:lnTo>
                  <a:lnTo>
                    <a:pt x="5639" y="835"/>
                  </a:lnTo>
                  <a:lnTo>
                    <a:pt x="5138" y="1102"/>
                  </a:lnTo>
                  <a:lnTo>
                    <a:pt x="4671" y="1402"/>
                  </a:lnTo>
                  <a:lnTo>
                    <a:pt x="4204" y="1736"/>
                  </a:lnTo>
                  <a:lnTo>
                    <a:pt x="3771" y="2103"/>
                  </a:lnTo>
                  <a:lnTo>
                    <a:pt x="3337" y="2503"/>
                  </a:lnTo>
                  <a:lnTo>
                    <a:pt x="2937" y="2937"/>
                  </a:lnTo>
                  <a:lnTo>
                    <a:pt x="2570" y="3404"/>
                  </a:lnTo>
                  <a:lnTo>
                    <a:pt x="2236" y="3871"/>
                  </a:lnTo>
                  <a:lnTo>
                    <a:pt x="1936" y="4338"/>
                  </a:lnTo>
                  <a:lnTo>
                    <a:pt x="1635" y="4872"/>
                  </a:lnTo>
                  <a:lnTo>
                    <a:pt x="1369" y="5372"/>
                  </a:lnTo>
                  <a:lnTo>
                    <a:pt x="1135" y="5906"/>
                  </a:lnTo>
                  <a:lnTo>
                    <a:pt x="901" y="6473"/>
                  </a:lnTo>
                  <a:lnTo>
                    <a:pt x="701" y="7040"/>
                  </a:lnTo>
                  <a:lnTo>
                    <a:pt x="534" y="7607"/>
                  </a:lnTo>
                  <a:lnTo>
                    <a:pt x="401" y="8175"/>
                  </a:lnTo>
                  <a:lnTo>
                    <a:pt x="268" y="8742"/>
                  </a:lnTo>
                  <a:lnTo>
                    <a:pt x="167" y="9342"/>
                  </a:lnTo>
                  <a:lnTo>
                    <a:pt x="101" y="9909"/>
                  </a:lnTo>
                  <a:lnTo>
                    <a:pt x="34" y="10510"/>
                  </a:lnTo>
                  <a:lnTo>
                    <a:pt x="1" y="11411"/>
                  </a:lnTo>
                  <a:lnTo>
                    <a:pt x="1" y="12345"/>
                  </a:lnTo>
                  <a:lnTo>
                    <a:pt x="34" y="13279"/>
                  </a:lnTo>
                  <a:lnTo>
                    <a:pt x="134" y="14180"/>
                  </a:lnTo>
                  <a:lnTo>
                    <a:pt x="268" y="15081"/>
                  </a:lnTo>
                  <a:lnTo>
                    <a:pt x="468" y="15981"/>
                  </a:lnTo>
                  <a:lnTo>
                    <a:pt x="701" y="16882"/>
                  </a:lnTo>
                  <a:lnTo>
                    <a:pt x="968" y="17750"/>
                  </a:lnTo>
                  <a:lnTo>
                    <a:pt x="1202" y="18383"/>
                  </a:lnTo>
                  <a:lnTo>
                    <a:pt x="1435" y="19017"/>
                  </a:lnTo>
                  <a:lnTo>
                    <a:pt x="1969" y="20252"/>
                  </a:lnTo>
                  <a:lnTo>
                    <a:pt x="2503" y="21486"/>
                  </a:lnTo>
                  <a:lnTo>
                    <a:pt x="3037" y="22721"/>
                  </a:lnTo>
                  <a:lnTo>
                    <a:pt x="3370" y="23688"/>
                  </a:lnTo>
                  <a:lnTo>
                    <a:pt x="3671" y="24689"/>
                  </a:lnTo>
                  <a:lnTo>
                    <a:pt x="3937" y="25656"/>
                  </a:lnTo>
                  <a:lnTo>
                    <a:pt x="4171" y="26657"/>
                  </a:lnTo>
                  <a:lnTo>
                    <a:pt x="4338" y="27692"/>
                  </a:lnTo>
                  <a:lnTo>
                    <a:pt x="4471" y="28692"/>
                  </a:lnTo>
                  <a:lnTo>
                    <a:pt x="4571" y="29727"/>
                  </a:lnTo>
                  <a:lnTo>
                    <a:pt x="4605" y="30761"/>
                  </a:lnTo>
                  <a:lnTo>
                    <a:pt x="4638" y="31495"/>
                  </a:lnTo>
                  <a:lnTo>
                    <a:pt x="4705" y="31862"/>
                  </a:lnTo>
                  <a:lnTo>
                    <a:pt x="4771" y="32196"/>
                  </a:lnTo>
                  <a:lnTo>
                    <a:pt x="4938" y="32529"/>
                  </a:lnTo>
                  <a:lnTo>
                    <a:pt x="5038" y="32696"/>
                  </a:lnTo>
                  <a:lnTo>
                    <a:pt x="5138" y="32829"/>
                  </a:lnTo>
                  <a:lnTo>
                    <a:pt x="5272" y="32963"/>
                  </a:lnTo>
                  <a:lnTo>
                    <a:pt x="5439" y="33063"/>
                  </a:lnTo>
                  <a:lnTo>
                    <a:pt x="5572" y="33163"/>
                  </a:lnTo>
                  <a:lnTo>
                    <a:pt x="5739" y="33230"/>
                  </a:lnTo>
                  <a:lnTo>
                    <a:pt x="5939" y="33263"/>
                  </a:lnTo>
                  <a:lnTo>
                    <a:pt x="6106" y="33230"/>
                  </a:lnTo>
                  <a:lnTo>
                    <a:pt x="6306" y="33196"/>
                  </a:lnTo>
                  <a:lnTo>
                    <a:pt x="6473" y="33163"/>
                  </a:lnTo>
                  <a:lnTo>
                    <a:pt x="6640" y="33063"/>
                  </a:lnTo>
                  <a:lnTo>
                    <a:pt x="6807" y="32963"/>
                  </a:lnTo>
                  <a:lnTo>
                    <a:pt x="7107" y="32729"/>
                  </a:lnTo>
                  <a:lnTo>
                    <a:pt x="7274" y="32529"/>
                  </a:lnTo>
                  <a:lnTo>
                    <a:pt x="7407" y="32296"/>
                  </a:lnTo>
                  <a:lnTo>
                    <a:pt x="7541" y="32062"/>
                  </a:lnTo>
                  <a:lnTo>
                    <a:pt x="7674" y="31829"/>
                  </a:lnTo>
                  <a:lnTo>
                    <a:pt x="7841" y="31295"/>
                  </a:lnTo>
                  <a:lnTo>
                    <a:pt x="7974" y="30761"/>
                  </a:lnTo>
                  <a:lnTo>
                    <a:pt x="8174" y="29627"/>
                  </a:lnTo>
                  <a:lnTo>
                    <a:pt x="8275" y="29093"/>
                  </a:lnTo>
                  <a:lnTo>
                    <a:pt x="8408" y="28559"/>
                  </a:lnTo>
                  <a:lnTo>
                    <a:pt x="8642" y="28025"/>
                  </a:lnTo>
                  <a:lnTo>
                    <a:pt x="8842" y="27458"/>
                  </a:lnTo>
                  <a:lnTo>
                    <a:pt x="9376" y="26390"/>
                  </a:lnTo>
                  <a:lnTo>
                    <a:pt x="9943" y="25356"/>
                  </a:lnTo>
                  <a:lnTo>
                    <a:pt x="10543" y="24355"/>
                  </a:lnTo>
                  <a:lnTo>
                    <a:pt x="11377" y="23088"/>
                  </a:lnTo>
                  <a:lnTo>
                    <a:pt x="12211" y="21820"/>
                  </a:lnTo>
                  <a:lnTo>
                    <a:pt x="13045" y="20552"/>
                  </a:lnTo>
                  <a:lnTo>
                    <a:pt x="13879" y="19251"/>
                  </a:lnTo>
                  <a:lnTo>
                    <a:pt x="14647" y="17950"/>
                  </a:lnTo>
                  <a:lnTo>
                    <a:pt x="15014" y="17282"/>
                  </a:lnTo>
                  <a:lnTo>
                    <a:pt x="15347" y="16582"/>
                  </a:lnTo>
                  <a:lnTo>
                    <a:pt x="15648" y="15915"/>
                  </a:lnTo>
                  <a:lnTo>
                    <a:pt x="15948" y="15214"/>
                  </a:lnTo>
                  <a:lnTo>
                    <a:pt x="16181" y="14480"/>
                  </a:lnTo>
                  <a:lnTo>
                    <a:pt x="16415" y="13746"/>
                  </a:lnTo>
                  <a:lnTo>
                    <a:pt x="16649" y="12912"/>
                  </a:lnTo>
                  <a:lnTo>
                    <a:pt x="16815" y="12045"/>
                  </a:lnTo>
                  <a:lnTo>
                    <a:pt x="16949" y="11177"/>
                  </a:lnTo>
                  <a:lnTo>
                    <a:pt x="17049" y="10310"/>
                  </a:lnTo>
                  <a:lnTo>
                    <a:pt x="17082" y="9409"/>
                  </a:lnTo>
                  <a:lnTo>
                    <a:pt x="17049" y="8541"/>
                  </a:lnTo>
                  <a:lnTo>
                    <a:pt x="16982" y="7674"/>
                  </a:lnTo>
                  <a:lnTo>
                    <a:pt x="16849" y="6807"/>
                  </a:lnTo>
                  <a:lnTo>
                    <a:pt x="16749" y="6306"/>
                  </a:lnTo>
                  <a:lnTo>
                    <a:pt x="16615" y="5806"/>
                  </a:lnTo>
                  <a:lnTo>
                    <a:pt x="16448" y="5305"/>
                  </a:lnTo>
                  <a:lnTo>
                    <a:pt x="16248" y="4805"/>
                  </a:lnTo>
                  <a:lnTo>
                    <a:pt x="16048" y="4304"/>
                  </a:lnTo>
                  <a:lnTo>
                    <a:pt x="15814" y="3837"/>
                  </a:lnTo>
                  <a:lnTo>
                    <a:pt x="15548" y="3404"/>
                  </a:lnTo>
                  <a:lnTo>
                    <a:pt x="15247" y="2937"/>
                  </a:lnTo>
                  <a:lnTo>
                    <a:pt x="14947" y="2536"/>
                  </a:lnTo>
                  <a:lnTo>
                    <a:pt x="14580" y="2136"/>
                  </a:lnTo>
                  <a:lnTo>
                    <a:pt x="14213" y="1769"/>
                  </a:lnTo>
                  <a:lnTo>
                    <a:pt x="13846" y="1435"/>
                  </a:lnTo>
                  <a:lnTo>
                    <a:pt x="13412" y="1135"/>
                  </a:lnTo>
                  <a:lnTo>
                    <a:pt x="12979" y="868"/>
                  </a:lnTo>
                  <a:lnTo>
                    <a:pt x="12512" y="635"/>
                  </a:lnTo>
                  <a:lnTo>
                    <a:pt x="12011" y="434"/>
                  </a:lnTo>
                  <a:lnTo>
                    <a:pt x="11477" y="301"/>
                  </a:lnTo>
                  <a:lnTo>
                    <a:pt x="10910" y="168"/>
                  </a:lnTo>
                  <a:lnTo>
                    <a:pt x="10376" y="67"/>
                  </a:lnTo>
                  <a:lnTo>
                    <a:pt x="9843" y="1"/>
                  </a:lnTo>
                  <a:close/>
                </a:path>
              </a:pathLst>
            </a:custGeom>
            <a:solidFill>
              <a:srgbClr val="E574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2"/>
            <p:cNvSpPr/>
            <p:nvPr/>
          </p:nvSpPr>
          <p:spPr>
            <a:xfrm>
              <a:off x="2880425" y="2998025"/>
              <a:ext cx="597225" cy="960025"/>
            </a:xfrm>
            <a:custGeom>
              <a:rect b="b" l="l" r="r" t="t"/>
              <a:pathLst>
                <a:path extrusionOk="0" h="38401" w="23889">
                  <a:moveTo>
                    <a:pt x="11878" y="0"/>
                  </a:moveTo>
                  <a:lnTo>
                    <a:pt x="11344" y="33"/>
                  </a:lnTo>
                  <a:lnTo>
                    <a:pt x="10810" y="67"/>
                  </a:lnTo>
                  <a:lnTo>
                    <a:pt x="10276" y="134"/>
                  </a:lnTo>
                  <a:lnTo>
                    <a:pt x="9742" y="234"/>
                  </a:lnTo>
                  <a:lnTo>
                    <a:pt x="9209" y="334"/>
                  </a:lnTo>
                  <a:lnTo>
                    <a:pt x="8675" y="501"/>
                  </a:lnTo>
                  <a:lnTo>
                    <a:pt x="8141" y="667"/>
                  </a:lnTo>
                  <a:lnTo>
                    <a:pt x="7640" y="868"/>
                  </a:lnTo>
                  <a:lnTo>
                    <a:pt x="7140" y="1068"/>
                  </a:lnTo>
                  <a:lnTo>
                    <a:pt x="6640" y="1335"/>
                  </a:lnTo>
                  <a:lnTo>
                    <a:pt x="6139" y="1601"/>
                  </a:lnTo>
                  <a:lnTo>
                    <a:pt x="5672" y="1902"/>
                  </a:lnTo>
                  <a:lnTo>
                    <a:pt x="5238" y="2202"/>
                  </a:lnTo>
                  <a:lnTo>
                    <a:pt x="4805" y="2536"/>
                  </a:lnTo>
                  <a:lnTo>
                    <a:pt x="4371" y="2903"/>
                  </a:lnTo>
                  <a:lnTo>
                    <a:pt x="3971" y="3270"/>
                  </a:lnTo>
                  <a:lnTo>
                    <a:pt x="3604" y="3637"/>
                  </a:lnTo>
                  <a:lnTo>
                    <a:pt x="3237" y="4070"/>
                  </a:lnTo>
                  <a:lnTo>
                    <a:pt x="2870" y="4471"/>
                  </a:lnTo>
                  <a:lnTo>
                    <a:pt x="2569" y="4938"/>
                  </a:lnTo>
                  <a:lnTo>
                    <a:pt x="2236" y="5371"/>
                  </a:lnTo>
                  <a:lnTo>
                    <a:pt x="1969" y="5839"/>
                  </a:lnTo>
                  <a:lnTo>
                    <a:pt x="1702" y="6339"/>
                  </a:lnTo>
                  <a:lnTo>
                    <a:pt x="1468" y="6839"/>
                  </a:lnTo>
                  <a:lnTo>
                    <a:pt x="1235" y="7340"/>
                  </a:lnTo>
                  <a:lnTo>
                    <a:pt x="1001" y="7940"/>
                  </a:lnTo>
                  <a:lnTo>
                    <a:pt x="835" y="8508"/>
                  </a:lnTo>
                  <a:lnTo>
                    <a:pt x="634" y="9108"/>
                  </a:lnTo>
                  <a:lnTo>
                    <a:pt x="501" y="9709"/>
                  </a:lnTo>
                  <a:lnTo>
                    <a:pt x="367" y="10342"/>
                  </a:lnTo>
                  <a:lnTo>
                    <a:pt x="234" y="10943"/>
                  </a:lnTo>
                  <a:lnTo>
                    <a:pt x="167" y="11577"/>
                  </a:lnTo>
                  <a:lnTo>
                    <a:pt x="101" y="12177"/>
                  </a:lnTo>
                  <a:lnTo>
                    <a:pt x="0" y="13445"/>
                  </a:lnTo>
                  <a:lnTo>
                    <a:pt x="0" y="14680"/>
                  </a:lnTo>
                  <a:lnTo>
                    <a:pt x="34" y="15947"/>
                  </a:lnTo>
                  <a:lnTo>
                    <a:pt x="167" y="17182"/>
                  </a:lnTo>
                  <a:lnTo>
                    <a:pt x="334" y="18416"/>
                  </a:lnTo>
                  <a:lnTo>
                    <a:pt x="568" y="19617"/>
                  </a:lnTo>
                  <a:lnTo>
                    <a:pt x="835" y="20818"/>
                  </a:lnTo>
                  <a:lnTo>
                    <a:pt x="1168" y="22019"/>
                  </a:lnTo>
                  <a:lnTo>
                    <a:pt x="1535" y="23187"/>
                  </a:lnTo>
                  <a:lnTo>
                    <a:pt x="1969" y="24355"/>
                  </a:lnTo>
                  <a:lnTo>
                    <a:pt x="2403" y="25522"/>
                  </a:lnTo>
                  <a:lnTo>
                    <a:pt x="2903" y="26657"/>
                  </a:lnTo>
                  <a:lnTo>
                    <a:pt x="3437" y="27791"/>
                  </a:lnTo>
                  <a:lnTo>
                    <a:pt x="4004" y="28925"/>
                  </a:lnTo>
                  <a:lnTo>
                    <a:pt x="5172" y="31161"/>
                  </a:lnTo>
                  <a:lnTo>
                    <a:pt x="5705" y="32262"/>
                  </a:lnTo>
                  <a:lnTo>
                    <a:pt x="5972" y="32829"/>
                  </a:lnTo>
                  <a:lnTo>
                    <a:pt x="6206" y="33429"/>
                  </a:lnTo>
                  <a:lnTo>
                    <a:pt x="6406" y="33996"/>
                  </a:lnTo>
                  <a:lnTo>
                    <a:pt x="6573" y="34630"/>
                  </a:lnTo>
                  <a:lnTo>
                    <a:pt x="6673" y="35231"/>
                  </a:lnTo>
                  <a:lnTo>
                    <a:pt x="6740" y="35831"/>
                  </a:lnTo>
                  <a:lnTo>
                    <a:pt x="6773" y="36432"/>
                  </a:lnTo>
                  <a:lnTo>
                    <a:pt x="6706" y="36999"/>
                  </a:lnTo>
                  <a:lnTo>
                    <a:pt x="6573" y="37566"/>
                  </a:lnTo>
                  <a:lnTo>
                    <a:pt x="6406" y="38100"/>
                  </a:lnTo>
                  <a:lnTo>
                    <a:pt x="6373" y="38200"/>
                  </a:lnTo>
                  <a:lnTo>
                    <a:pt x="6406" y="38300"/>
                  </a:lnTo>
                  <a:lnTo>
                    <a:pt x="6473" y="38367"/>
                  </a:lnTo>
                  <a:lnTo>
                    <a:pt x="6540" y="38400"/>
                  </a:lnTo>
                  <a:lnTo>
                    <a:pt x="6706" y="38400"/>
                  </a:lnTo>
                  <a:lnTo>
                    <a:pt x="6806" y="38334"/>
                  </a:lnTo>
                  <a:lnTo>
                    <a:pt x="6840" y="38234"/>
                  </a:lnTo>
                  <a:lnTo>
                    <a:pt x="7040" y="37666"/>
                  </a:lnTo>
                  <a:lnTo>
                    <a:pt x="7173" y="37099"/>
                  </a:lnTo>
                  <a:lnTo>
                    <a:pt x="7240" y="36532"/>
                  </a:lnTo>
                  <a:lnTo>
                    <a:pt x="7240" y="35965"/>
                  </a:lnTo>
                  <a:lnTo>
                    <a:pt x="7207" y="35364"/>
                  </a:lnTo>
                  <a:lnTo>
                    <a:pt x="7107" y="34797"/>
                  </a:lnTo>
                  <a:lnTo>
                    <a:pt x="6973" y="34230"/>
                  </a:lnTo>
                  <a:lnTo>
                    <a:pt x="6806" y="33663"/>
                  </a:lnTo>
                  <a:lnTo>
                    <a:pt x="6606" y="33129"/>
                  </a:lnTo>
                  <a:lnTo>
                    <a:pt x="6373" y="32562"/>
                  </a:lnTo>
                  <a:lnTo>
                    <a:pt x="5872" y="31461"/>
                  </a:lnTo>
                  <a:lnTo>
                    <a:pt x="5338" y="30427"/>
                  </a:lnTo>
                  <a:lnTo>
                    <a:pt x="4805" y="29426"/>
                  </a:lnTo>
                  <a:lnTo>
                    <a:pt x="4238" y="28325"/>
                  </a:lnTo>
                  <a:lnTo>
                    <a:pt x="3670" y="27224"/>
                  </a:lnTo>
                  <a:lnTo>
                    <a:pt x="3170" y="26090"/>
                  </a:lnTo>
                  <a:lnTo>
                    <a:pt x="2703" y="24955"/>
                  </a:lnTo>
                  <a:lnTo>
                    <a:pt x="2269" y="23788"/>
                  </a:lnTo>
                  <a:lnTo>
                    <a:pt x="1869" y="22620"/>
                  </a:lnTo>
                  <a:lnTo>
                    <a:pt x="1502" y="21452"/>
                  </a:lnTo>
                  <a:lnTo>
                    <a:pt x="1202" y="20251"/>
                  </a:lnTo>
                  <a:lnTo>
                    <a:pt x="968" y="19117"/>
                  </a:lnTo>
                  <a:lnTo>
                    <a:pt x="768" y="17982"/>
                  </a:lnTo>
                  <a:lnTo>
                    <a:pt x="601" y="16781"/>
                  </a:lnTo>
                  <a:lnTo>
                    <a:pt x="501" y="15580"/>
                  </a:lnTo>
                  <a:lnTo>
                    <a:pt x="468" y="14346"/>
                  </a:lnTo>
                  <a:lnTo>
                    <a:pt x="501" y="13145"/>
                  </a:lnTo>
                  <a:lnTo>
                    <a:pt x="601" y="11944"/>
                  </a:lnTo>
                  <a:lnTo>
                    <a:pt x="768" y="10743"/>
                  </a:lnTo>
                  <a:lnTo>
                    <a:pt x="868" y="10142"/>
                  </a:lnTo>
                  <a:lnTo>
                    <a:pt x="1001" y="9575"/>
                  </a:lnTo>
                  <a:lnTo>
                    <a:pt x="1168" y="9008"/>
                  </a:lnTo>
                  <a:lnTo>
                    <a:pt x="1335" y="8441"/>
                  </a:lnTo>
                  <a:lnTo>
                    <a:pt x="1535" y="7874"/>
                  </a:lnTo>
                  <a:lnTo>
                    <a:pt x="1769" y="7340"/>
                  </a:lnTo>
                  <a:lnTo>
                    <a:pt x="2002" y="6806"/>
                  </a:lnTo>
                  <a:lnTo>
                    <a:pt x="2269" y="6272"/>
                  </a:lnTo>
                  <a:lnTo>
                    <a:pt x="2569" y="5772"/>
                  </a:lnTo>
                  <a:lnTo>
                    <a:pt x="2903" y="5271"/>
                  </a:lnTo>
                  <a:lnTo>
                    <a:pt x="3237" y="4804"/>
                  </a:lnTo>
                  <a:lnTo>
                    <a:pt x="3604" y="4337"/>
                  </a:lnTo>
                  <a:lnTo>
                    <a:pt x="4004" y="3903"/>
                  </a:lnTo>
                  <a:lnTo>
                    <a:pt x="4438" y="3470"/>
                  </a:lnTo>
                  <a:lnTo>
                    <a:pt x="4905" y="3069"/>
                  </a:lnTo>
                  <a:lnTo>
                    <a:pt x="5372" y="2669"/>
                  </a:lnTo>
                  <a:lnTo>
                    <a:pt x="5806" y="2369"/>
                  </a:lnTo>
                  <a:lnTo>
                    <a:pt x="6273" y="2069"/>
                  </a:lnTo>
                  <a:lnTo>
                    <a:pt x="6740" y="1802"/>
                  </a:lnTo>
                  <a:lnTo>
                    <a:pt x="7240" y="1568"/>
                  </a:lnTo>
                  <a:lnTo>
                    <a:pt x="7707" y="1335"/>
                  </a:lnTo>
                  <a:lnTo>
                    <a:pt x="8241" y="1134"/>
                  </a:lnTo>
                  <a:lnTo>
                    <a:pt x="8741" y="968"/>
                  </a:lnTo>
                  <a:lnTo>
                    <a:pt x="9242" y="834"/>
                  </a:lnTo>
                  <a:lnTo>
                    <a:pt x="9776" y="701"/>
                  </a:lnTo>
                  <a:lnTo>
                    <a:pt x="10309" y="601"/>
                  </a:lnTo>
                  <a:lnTo>
                    <a:pt x="10843" y="534"/>
                  </a:lnTo>
                  <a:lnTo>
                    <a:pt x="11377" y="501"/>
                  </a:lnTo>
                  <a:lnTo>
                    <a:pt x="11911" y="467"/>
                  </a:lnTo>
                  <a:lnTo>
                    <a:pt x="12445" y="501"/>
                  </a:lnTo>
                  <a:lnTo>
                    <a:pt x="13012" y="534"/>
                  </a:lnTo>
                  <a:lnTo>
                    <a:pt x="13546" y="601"/>
                  </a:lnTo>
                  <a:lnTo>
                    <a:pt x="14079" y="701"/>
                  </a:lnTo>
                  <a:lnTo>
                    <a:pt x="14613" y="801"/>
                  </a:lnTo>
                  <a:lnTo>
                    <a:pt x="15147" y="968"/>
                  </a:lnTo>
                  <a:lnTo>
                    <a:pt x="15647" y="1134"/>
                  </a:lnTo>
                  <a:lnTo>
                    <a:pt x="16148" y="1301"/>
                  </a:lnTo>
                  <a:lnTo>
                    <a:pt x="16648" y="1535"/>
                  </a:lnTo>
                  <a:lnTo>
                    <a:pt x="17149" y="1768"/>
                  </a:lnTo>
                  <a:lnTo>
                    <a:pt x="17616" y="2035"/>
                  </a:lnTo>
                  <a:lnTo>
                    <a:pt x="18050" y="2335"/>
                  </a:lnTo>
                  <a:lnTo>
                    <a:pt x="18517" y="2636"/>
                  </a:lnTo>
                  <a:lnTo>
                    <a:pt x="18950" y="2969"/>
                  </a:lnTo>
                  <a:lnTo>
                    <a:pt x="19351" y="3303"/>
                  </a:lnTo>
                  <a:lnTo>
                    <a:pt x="19751" y="3703"/>
                  </a:lnTo>
                  <a:lnTo>
                    <a:pt x="20118" y="4070"/>
                  </a:lnTo>
                  <a:lnTo>
                    <a:pt x="20485" y="4504"/>
                  </a:lnTo>
                  <a:lnTo>
                    <a:pt x="20819" y="4938"/>
                  </a:lnTo>
                  <a:lnTo>
                    <a:pt x="21119" y="5338"/>
                  </a:lnTo>
                  <a:lnTo>
                    <a:pt x="21386" y="5772"/>
                  </a:lnTo>
                  <a:lnTo>
                    <a:pt x="21619" y="6206"/>
                  </a:lnTo>
                  <a:lnTo>
                    <a:pt x="21886" y="6639"/>
                  </a:lnTo>
                  <a:lnTo>
                    <a:pt x="22287" y="7540"/>
                  </a:lnTo>
                  <a:lnTo>
                    <a:pt x="22654" y="8508"/>
                  </a:lnTo>
                  <a:lnTo>
                    <a:pt x="22921" y="9475"/>
                  </a:lnTo>
                  <a:lnTo>
                    <a:pt x="23154" y="10443"/>
                  </a:lnTo>
                  <a:lnTo>
                    <a:pt x="23288" y="11443"/>
                  </a:lnTo>
                  <a:lnTo>
                    <a:pt x="23388" y="12444"/>
                  </a:lnTo>
                  <a:lnTo>
                    <a:pt x="23421" y="13545"/>
                  </a:lnTo>
                  <a:lnTo>
                    <a:pt x="23388" y="14613"/>
                  </a:lnTo>
                  <a:lnTo>
                    <a:pt x="23254" y="15680"/>
                  </a:lnTo>
                  <a:lnTo>
                    <a:pt x="23087" y="16748"/>
                  </a:lnTo>
                  <a:lnTo>
                    <a:pt x="22854" y="17816"/>
                  </a:lnTo>
                  <a:lnTo>
                    <a:pt x="22554" y="18850"/>
                  </a:lnTo>
                  <a:lnTo>
                    <a:pt x="22187" y="19884"/>
                  </a:lnTo>
                  <a:lnTo>
                    <a:pt x="21786" y="20885"/>
                  </a:lnTo>
                  <a:lnTo>
                    <a:pt x="21319" y="21953"/>
                  </a:lnTo>
                  <a:lnTo>
                    <a:pt x="20785" y="22987"/>
                  </a:lnTo>
                  <a:lnTo>
                    <a:pt x="20185" y="24021"/>
                  </a:lnTo>
                  <a:lnTo>
                    <a:pt x="19584" y="24989"/>
                  </a:lnTo>
                  <a:lnTo>
                    <a:pt x="18917" y="25989"/>
                  </a:lnTo>
                  <a:lnTo>
                    <a:pt x="18250" y="26924"/>
                  </a:lnTo>
                  <a:lnTo>
                    <a:pt x="17549" y="27858"/>
                  </a:lnTo>
                  <a:lnTo>
                    <a:pt x="16815" y="28792"/>
                  </a:lnTo>
                  <a:lnTo>
                    <a:pt x="16081" y="29659"/>
                  </a:lnTo>
                  <a:lnTo>
                    <a:pt x="15314" y="30527"/>
                  </a:lnTo>
                  <a:lnTo>
                    <a:pt x="14580" y="31394"/>
                  </a:lnTo>
                  <a:lnTo>
                    <a:pt x="13846" y="32295"/>
                  </a:lnTo>
                  <a:lnTo>
                    <a:pt x="13212" y="33162"/>
                  </a:lnTo>
                  <a:lnTo>
                    <a:pt x="12912" y="33596"/>
                  </a:lnTo>
                  <a:lnTo>
                    <a:pt x="12645" y="34063"/>
                  </a:lnTo>
                  <a:lnTo>
                    <a:pt x="12378" y="34530"/>
                  </a:lnTo>
                  <a:lnTo>
                    <a:pt x="12144" y="35031"/>
                  </a:lnTo>
                  <a:lnTo>
                    <a:pt x="11944" y="35531"/>
                  </a:lnTo>
                  <a:lnTo>
                    <a:pt x="11777" y="36032"/>
                  </a:lnTo>
                  <a:lnTo>
                    <a:pt x="11677" y="36532"/>
                  </a:lnTo>
                  <a:lnTo>
                    <a:pt x="11611" y="37066"/>
                  </a:lnTo>
                  <a:lnTo>
                    <a:pt x="11611" y="37566"/>
                  </a:lnTo>
                  <a:lnTo>
                    <a:pt x="11611" y="38067"/>
                  </a:lnTo>
                  <a:lnTo>
                    <a:pt x="11644" y="38167"/>
                  </a:lnTo>
                  <a:lnTo>
                    <a:pt x="11711" y="38267"/>
                  </a:lnTo>
                  <a:lnTo>
                    <a:pt x="11811" y="38300"/>
                  </a:lnTo>
                  <a:lnTo>
                    <a:pt x="11978" y="38300"/>
                  </a:lnTo>
                  <a:lnTo>
                    <a:pt x="12044" y="38267"/>
                  </a:lnTo>
                  <a:lnTo>
                    <a:pt x="12111" y="38167"/>
                  </a:lnTo>
                  <a:lnTo>
                    <a:pt x="12111" y="38067"/>
                  </a:lnTo>
                  <a:lnTo>
                    <a:pt x="12078" y="37500"/>
                  </a:lnTo>
                  <a:lnTo>
                    <a:pt x="12111" y="36932"/>
                  </a:lnTo>
                  <a:lnTo>
                    <a:pt x="12211" y="36365"/>
                  </a:lnTo>
                  <a:lnTo>
                    <a:pt x="12345" y="35831"/>
                  </a:lnTo>
                  <a:lnTo>
                    <a:pt x="12545" y="35298"/>
                  </a:lnTo>
                  <a:lnTo>
                    <a:pt x="12778" y="34797"/>
                  </a:lnTo>
                  <a:lnTo>
                    <a:pt x="13045" y="34297"/>
                  </a:lnTo>
                  <a:lnTo>
                    <a:pt x="13345" y="33796"/>
                  </a:lnTo>
                  <a:lnTo>
                    <a:pt x="13679" y="33296"/>
                  </a:lnTo>
                  <a:lnTo>
                    <a:pt x="14013" y="32829"/>
                  </a:lnTo>
                  <a:lnTo>
                    <a:pt x="14747" y="31928"/>
                  </a:lnTo>
                  <a:lnTo>
                    <a:pt x="16248" y="30227"/>
                  </a:lnTo>
                  <a:lnTo>
                    <a:pt x="17015" y="29292"/>
                  </a:lnTo>
                  <a:lnTo>
                    <a:pt x="17749" y="28392"/>
                  </a:lnTo>
                  <a:lnTo>
                    <a:pt x="18483" y="27424"/>
                  </a:lnTo>
                  <a:lnTo>
                    <a:pt x="19184" y="26457"/>
                  </a:lnTo>
                  <a:lnTo>
                    <a:pt x="19851" y="25456"/>
                  </a:lnTo>
                  <a:lnTo>
                    <a:pt x="20485" y="24455"/>
                  </a:lnTo>
                  <a:lnTo>
                    <a:pt x="21086" y="23421"/>
                  </a:lnTo>
                  <a:lnTo>
                    <a:pt x="21619" y="22353"/>
                  </a:lnTo>
                  <a:lnTo>
                    <a:pt x="22120" y="21352"/>
                  </a:lnTo>
                  <a:lnTo>
                    <a:pt x="22520" y="20351"/>
                  </a:lnTo>
                  <a:lnTo>
                    <a:pt x="22921" y="19284"/>
                  </a:lnTo>
                  <a:lnTo>
                    <a:pt x="23221" y="18249"/>
                  </a:lnTo>
                  <a:lnTo>
                    <a:pt x="23488" y="17148"/>
                  </a:lnTo>
                  <a:lnTo>
                    <a:pt x="23688" y="16081"/>
                  </a:lnTo>
                  <a:lnTo>
                    <a:pt x="23821" y="14980"/>
                  </a:lnTo>
                  <a:lnTo>
                    <a:pt x="23888" y="13879"/>
                  </a:lnTo>
                  <a:lnTo>
                    <a:pt x="23888" y="12845"/>
                  </a:lnTo>
                  <a:lnTo>
                    <a:pt x="23821" y="11810"/>
                  </a:lnTo>
                  <a:lnTo>
                    <a:pt x="23688" y="10810"/>
                  </a:lnTo>
                  <a:lnTo>
                    <a:pt x="23488" y="9775"/>
                  </a:lnTo>
                  <a:lnTo>
                    <a:pt x="23254" y="8774"/>
                  </a:lnTo>
                  <a:lnTo>
                    <a:pt x="22921" y="7807"/>
                  </a:lnTo>
                  <a:lnTo>
                    <a:pt x="22520" y="6873"/>
                  </a:lnTo>
                  <a:lnTo>
                    <a:pt x="22287" y="6406"/>
                  </a:lnTo>
                  <a:lnTo>
                    <a:pt x="22053" y="5939"/>
                  </a:lnTo>
                  <a:lnTo>
                    <a:pt x="21786" y="5472"/>
                  </a:lnTo>
                  <a:lnTo>
                    <a:pt x="21486" y="5038"/>
                  </a:lnTo>
                  <a:lnTo>
                    <a:pt x="21152" y="4604"/>
                  </a:lnTo>
                  <a:lnTo>
                    <a:pt x="20852" y="4204"/>
                  </a:lnTo>
                  <a:lnTo>
                    <a:pt x="20485" y="3803"/>
                  </a:lnTo>
                  <a:lnTo>
                    <a:pt x="20118" y="3403"/>
                  </a:lnTo>
                  <a:lnTo>
                    <a:pt x="19751" y="3036"/>
                  </a:lnTo>
                  <a:lnTo>
                    <a:pt x="19351" y="2702"/>
                  </a:lnTo>
                  <a:lnTo>
                    <a:pt x="18917" y="2369"/>
                  </a:lnTo>
                  <a:lnTo>
                    <a:pt x="18517" y="2035"/>
                  </a:lnTo>
                  <a:lnTo>
                    <a:pt x="18050" y="1768"/>
                  </a:lnTo>
                  <a:lnTo>
                    <a:pt x="17616" y="1468"/>
                  </a:lnTo>
                  <a:lnTo>
                    <a:pt x="17149" y="1234"/>
                  </a:lnTo>
                  <a:lnTo>
                    <a:pt x="16648" y="1001"/>
                  </a:lnTo>
                  <a:lnTo>
                    <a:pt x="16148" y="801"/>
                  </a:lnTo>
                  <a:lnTo>
                    <a:pt x="15647" y="601"/>
                  </a:lnTo>
                  <a:lnTo>
                    <a:pt x="15114" y="434"/>
                  </a:lnTo>
                  <a:lnTo>
                    <a:pt x="14580" y="300"/>
                  </a:lnTo>
                  <a:lnTo>
                    <a:pt x="14046" y="200"/>
                  </a:lnTo>
                  <a:lnTo>
                    <a:pt x="13512" y="100"/>
                  </a:lnTo>
                  <a:lnTo>
                    <a:pt x="12978" y="67"/>
                  </a:lnTo>
                  <a:lnTo>
                    <a:pt x="1244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2"/>
            <p:cNvSpPr/>
            <p:nvPr/>
          </p:nvSpPr>
          <p:spPr>
            <a:xfrm>
              <a:off x="3023875" y="3263250"/>
              <a:ext cx="283625" cy="789050"/>
            </a:xfrm>
            <a:custGeom>
              <a:rect b="b" l="l" r="r" t="t"/>
              <a:pathLst>
                <a:path extrusionOk="0" h="31562" w="11345">
                  <a:moveTo>
                    <a:pt x="2803" y="1468"/>
                  </a:moveTo>
                  <a:lnTo>
                    <a:pt x="2937" y="1668"/>
                  </a:lnTo>
                  <a:lnTo>
                    <a:pt x="3070" y="1835"/>
                  </a:lnTo>
                  <a:lnTo>
                    <a:pt x="3237" y="2002"/>
                  </a:lnTo>
                  <a:lnTo>
                    <a:pt x="3404" y="2136"/>
                  </a:lnTo>
                  <a:lnTo>
                    <a:pt x="3571" y="2236"/>
                  </a:lnTo>
                  <a:lnTo>
                    <a:pt x="3804" y="2336"/>
                  </a:lnTo>
                  <a:lnTo>
                    <a:pt x="4004" y="2369"/>
                  </a:lnTo>
                  <a:lnTo>
                    <a:pt x="4238" y="2402"/>
                  </a:lnTo>
                  <a:lnTo>
                    <a:pt x="4471" y="2369"/>
                  </a:lnTo>
                  <a:lnTo>
                    <a:pt x="4738" y="2269"/>
                  </a:lnTo>
                  <a:lnTo>
                    <a:pt x="4938" y="2169"/>
                  </a:lnTo>
                  <a:lnTo>
                    <a:pt x="5172" y="2002"/>
                  </a:lnTo>
                  <a:lnTo>
                    <a:pt x="5305" y="2169"/>
                  </a:lnTo>
                  <a:lnTo>
                    <a:pt x="5472" y="2369"/>
                  </a:lnTo>
                  <a:lnTo>
                    <a:pt x="5672" y="2503"/>
                  </a:lnTo>
                  <a:lnTo>
                    <a:pt x="5873" y="2669"/>
                  </a:lnTo>
                  <a:lnTo>
                    <a:pt x="6073" y="2769"/>
                  </a:lnTo>
                  <a:lnTo>
                    <a:pt x="6273" y="2870"/>
                  </a:lnTo>
                  <a:lnTo>
                    <a:pt x="6507" y="2970"/>
                  </a:lnTo>
                  <a:lnTo>
                    <a:pt x="6740" y="3003"/>
                  </a:lnTo>
                  <a:lnTo>
                    <a:pt x="6974" y="3036"/>
                  </a:lnTo>
                  <a:lnTo>
                    <a:pt x="7207" y="3036"/>
                  </a:lnTo>
                  <a:lnTo>
                    <a:pt x="7407" y="3003"/>
                  </a:lnTo>
                  <a:lnTo>
                    <a:pt x="7607" y="2936"/>
                  </a:lnTo>
                  <a:lnTo>
                    <a:pt x="7808" y="2836"/>
                  </a:lnTo>
                  <a:lnTo>
                    <a:pt x="7974" y="2736"/>
                  </a:lnTo>
                  <a:lnTo>
                    <a:pt x="8175" y="2603"/>
                  </a:lnTo>
                  <a:lnTo>
                    <a:pt x="8308" y="2436"/>
                  </a:lnTo>
                  <a:lnTo>
                    <a:pt x="8508" y="2703"/>
                  </a:lnTo>
                  <a:lnTo>
                    <a:pt x="8708" y="2903"/>
                  </a:lnTo>
                  <a:lnTo>
                    <a:pt x="8942" y="3070"/>
                  </a:lnTo>
                  <a:lnTo>
                    <a:pt x="9242" y="3203"/>
                  </a:lnTo>
                  <a:lnTo>
                    <a:pt x="9543" y="3270"/>
                  </a:lnTo>
                  <a:lnTo>
                    <a:pt x="9876" y="3303"/>
                  </a:lnTo>
                  <a:lnTo>
                    <a:pt x="10210" y="3237"/>
                  </a:lnTo>
                  <a:lnTo>
                    <a:pt x="10510" y="3136"/>
                  </a:lnTo>
                  <a:lnTo>
                    <a:pt x="9509" y="5438"/>
                  </a:lnTo>
                  <a:lnTo>
                    <a:pt x="9509" y="5372"/>
                  </a:lnTo>
                  <a:lnTo>
                    <a:pt x="9476" y="5305"/>
                  </a:lnTo>
                  <a:lnTo>
                    <a:pt x="9442" y="5272"/>
                  </a:lnTo>
                  <a:lnTo>
                    <a:pt x="9309" y="5205"/>
                  </a:lnTo>
                  <a:lnTo>
                    <a:pt x="9176" y="5238"/>
                  </a:lnTo>
                  <a:lnTo>
                    <a:pt x="9109" y="5272"/>
                  </a:lnTo>
                  <a:lnTo>
                    <a:pt x="9075" y="5338"/>
                  </a:lnTo>
                  <a:lnTo>
                    <a:pt x="8975" y="5472"/>
                  </a:lnTo>
                  <a:lnTo>
                    <a:pt x="8842" y="5605"/>
                  </a:lnTo>
                  <a:lnTo>
                    <a:pt x="8708" y="5705"/>
                  </a:lnTo>
                  <a:lnTo>
                    <a:pt x="8542" y="5805"/>
                  </a:lnTo>
                  <a:lnTo>
                    <a:pt x="8408" y="5839"/>
                  </a:lnTo>
                  <a:lnTo>
                    <a:pt x="8241" y="5872"/>
                  </a:lnTo>
                  <a:lnTo>
                    <a:pt x="7908" y="5872"/>
                  </a:lnTo>
                  <a:lnTo>
                    <a:pt x="7741" y="5805"/>
                  </a:lnTo>
                  <a:lnTo>
                    <a:pt x="7607" y="5739"/>
                  </a:lnTo>
                  <a:lnTo>
                    <a:pt x="7474" y="5672"/>
                  </a:lnTo>
                  <a:lnTo>
                    <a:pt x="7341" y="5539"/>
                  </a:lnTo>
                  <a:lnTo>
                    <a:pt x="7240" y="5405"/>
                  </a:lnTo>
                  <a:lnTo>
                    <a:pt x="7174" y="5272"/>
                  </a:lnTo>
                  <a:lnTo>
                    <a:pt x="7107" y="5105"/>
                  </a:lnTo>
                  <a:lnTo>
                    <a:pt x="7074" y="4905"/>
                  </a:lnTo>
                  <a:lnTo>
                    <a:pt x="7074" y="4838"/>
                  </a:lnTo>
                  <a:lnTo>
                    <a:pt x="7040" y="4771"/>
                  </a:lnTo>
                  <a:lnTo>
                    <a:pt x="6940" y="4671"/>
                  </a:lnTo>
                  <a:lnTo>
                    <a:pt x="6807" y="4671"/>
                  </a:lnTo>
                  <a:lnTo>
                    <a:pt x="6740" y="4704"/>
                  </a:lnTo>
                  <a:lnTo>
                    <a:pt x="6673" y="4738"/>
                  </a:lnTo>
                  <a:lnTo>
                    <a:pt x="6206" y="5138"/>
                  </a:lnTo>
                  <a:lnTo>
                    <a:pt x="5973" y="5372"/>
                  </a:lnTo>
                  <a:lnTo>
                    <a:pt x="5839" y="5472"/>
                  </a:lnTo>
                  <a:lnTo>
                    <a:pt x="5773" y="5472"/>
                  </a:lnTo>
                  <a:lnTo>
                    <a:pt x="5706" y="5505"/>
                  </a:lnTo>
                  <a:lnTo>
                    <a:pt x="5606" y="5438"/>
                  </a:lnTo>
                  <a:lnTo>
                    <a:pt x="5539" y="5338"/>
                  </a:lnTo>
                  <a:lnTo>
                    <a:pt x="5406" y="5105"/>
                  </a:lnTo>
                  <a:lnTo>
                    <a:pt x="5139" y="4471"/>
                  </a:lnTo>
                  <a:lnTo>
                    <a:pt x="5105" y="4404"/>
                  </a:lnTo>
                  <a:lnTo>
                    <a:pt x="5039" y="4371"/>
                  </a:lnTo>
                  <a:lnTo>
                    <a:pt x="4905" y="4371"/>
                  </a:lnTo>
                  <a:lnTo>
                    <a:pt x="4772" y="4404"/>
                  </a:lnTo>
                  <a:lnTo>
                    <a:pt x="4738" y="4471"/>
                  </a:lnTo>
                  <a:lnTo>
                    <a:pt x="4705" y="4538"/>
                  </a:lnTo>
                  <a:lnTo>
                    <a:pt x="4638" y="4671"/>
                  </a:lnTo>
                  <a:lnTo>
                    <a:pt x="4571" y="4805"/>
                  </a:lnTo>
                  <a:lnTo>
                    <a:pt x="4371" y="5005"/>
                  </a:lnTo>
                  <a:lnTo>
                    <a:pt x="4138" y="5138"/>
                  </a:lnTo>
                  <a:lnTo>
                    <a:pt x="3871" y="5205"/>
                  </a:lnTo>
                  <a:lnTo>
                    <a:pt x="3604" y="5238"/>
                  </a:lnTo>
                  <a:lnTo>
                    <a:pt x="3337" y="5172"/>
                  </a:lnTo>
                  <a:lnTo>
                    <a:pt x="3104" y="5038"/>
                  </a:lnTo>
                  <a:lnTo>
                    <a:pt x="3003" y="4938"/>
                  </a:lnTo>
                  <a:lnTo>
                    <a:pt x="2903" y="4805"/>
                  </a:lnTo>
                  <a:lnTo>
                    <a:pt x="2870" y="4805"/>
                  </a:lnTo>
                  <a:lnTo>
                    <a:pt x="2803" y="1468"/>
                  </a:lnTo>
                  <a:close/>
                  <a:moveTo>
                    <a:pt x="4872" y="5138"/>
                  </a:moveTo>
                  <a:lnTo>
                    <a:pt x="5005" y="5405"/>
                  </a:lnTo>
                  <a:lnTo>
                    <a:pt x="5172" y="5672"/>
                  </a:lnTo>
                  <a:lnTo>
                    <a:pt x="5272" y="5772"/>
                  </a:lnTo>
                  <a:lnTo>
                    <a:pt x="5372" y="5872"/>
                  </a:lnTo>
                  <a:lnTo>
                    <a:pt x="5506" y="5939"/>
                  </a:lnTo>
                  <a:lnTo>
                    <a:pt x="5639" y="5972"/>
                  </a:lnTo>
                  <a:lnTo>
                    <a:pt x="5806" y="5972"/>
                  </a:lnTo>
                  <a:lnTo>
                    <a:pt x="5939" y="5939"/>
                  </a:lnTo>
                  <a:lnTo>
                    <a:pt x="6106" y="5839"/>
                  </a:lnTo>
                  <a:lnTo>
                    <a:pt x="6240" y="5772"/>
                  </a:lnTo>
                  <a:lnTo>
                    <a:pt x="6707" y="5338"/>
                  </a:lnTo>
                  <a:lnTo>
                    <a:pt x="6773" y="5539"/>
                  </a:lnTo>
                  <a:lnTo>
                    <a:pt x="6874" y="5705"/>
                  </a:lnTo>
                  <a:lnTo>
                    <a:pt x="6974" y="5839"/>
                  </a:lnTo>
                  <a:lnTo>
                    <a:pt x="7107" y="5972"/>
                  </a:lnTo>
                  <a:lnTo>
                    <a:pt x="7274" y="6106"/>
                  </a:lnTo>
                  <a:lnTo>
                    <a:pt x="7407" y="6206"/>
                  </a:lnTo>
                  <a:lnTo>
                    <a:pt x="7607" y="6306"/>
                  </a:lnTo>
                  <a:lnTo>
                    <a:pt x="7774" y="6339"/>
                  </a:lnTo>
                  <a:lnTo>
                    <a:pt x="8108" y="6373"/>
                  </a:lnTo>
                  <a:lnTo>
                    <a:pt x="8308" y="6373"/>
                  </a:lnTo>
                  <a:lnTo>
                    <a:pt x="8475" y="6339"/>
                  </a:lnTo>
                  <a:lnTo>
                    <a:pt x="8642" y="6306"/>
                  </a:lnTo>
                  <a:lnTo>
                    <a:pt x="8809" y="6206"/>
                  </a:lnTo>
                  <a:lnTo>
                    <a:pt x="8942" y="6106"/>
                  </a:lnTo>
                  <a:lnTo>
                    <a:pt x="9075" y="5972"/>
                  </a:lnTo>
                  <a:lnTo>
                    <a:pt x="9009" y="6039"/>
                  </a:lnTo>
                  <a:lnTo>
                    <a:pt x="9009" y="6139"/>
                  </a:lnTo>
                  <a:lnTo>
                    <a:pt x="9042" y="6273"/>
                  </a:lnTo>
                  <a:lnTo>
                    <a:pt x="9075" y="6406"/>
                  </a:lnTo>
                  <a:lnTo>
                    <a:pt x="9075" y="6539"/>
                  </a:lnTo>
                  <a:lnTo>
                    <a:pt x="9042" y="6740"/>
                  </a:lnTo>
                  <a:lnTo>
                    <a:pt x="8942" y="6940"/>
                  </a:lnTo>
                  <a:lnTo>
                    <a:pt x="8742" y="7340"/>
                  </a:lnTo>
                  <a:lnTo>
                    <a:pt x="8141" y="8975"/>
                  </a:lnTo>
                  <a:lnTo>
                    <a:pt x="7974" y="8541"/>
                  </a:lnTo>
                  <a:lnTo>
                    <a:pt x="7774" y="8107"/>
                  </a:lnTo>
                  <a:lnTo>
                    <a:pt x="7741" y="8041"/>
                  </a:lnTo>
                  <a:lnTo>
                    <a:pt x="7674" y="8007"/>
                  </a:lnTo>
                  <a:lnTo>
                    <a:pt x="7574" y="7974"/>
                  </a:lnTo>
                  <a:lnTo>
                    <a:pt x="7441" y="8007"/>
                  </a:lnTo>
                  <a:lnTo>
                    <a:pt x="7374" y="8107"/>
                  </a:lnTo>
                  <a:lnTo>
                    <a:pt x="7207" y="8274"/>
                  </a:lnTo>
                  <a:lnTo>
                    <a:pt x="7040" y="8374"/>
                  </a:lnTo>
                  <a:lnTo>
                    <a:pt x="6974" y="8441"/>
                  </a:lnTo>
                  <a:lnTo>
                    <a:pt x="6874" y="8441"/>
                  </a:lnTo>
                  <a:lnTo>
                    <a:pt x="6773" y="8408"/>
                  </a:lnTo>
                  <a:lnTo>
                    <a:pt x="6673" y="8341"/>
                  </a:lnTo>
                  <a:lnTo>
                    <a:pt x="6573" y="8274"/>
                  </a:lnTo>
                  <a:lnTo>
                    <a:pt x="6540" y="8174"/>
                  </a:lnTo>
                  <a:lnTo>
                    <a:pt x="6440" y="7974"/>
                  </a:lnTo>
                  <a:lnTo>
                    <a:pt x="6406" y="7740"/>
                  </a:lnTo>
                  <a:lnTo>
                    <a:pt x="6373" y="7540"/>
                  </a:lnTo>
                  <a:lnTo>
                    <a:pt x="6340" y="7474"/>
                  </a:lnTo>
                  <a:lnTo>
                    <a:pt x="6306" y="7407"/>
                  </a:lnTo>
                  <a:lnTo>
                    <a:pt x="6173" y="7307"/>
                  </a:lnTo>
                  <a:lnTo>
                    <a:pt x="6039" y="7307"/>
                  </a:lnTo>
                  <a:lnTo>
                    <a:pt x="5973" y="7340"/>
                  </a:lnTo>
                  <a:lnTo>
                    <a:pt x="5939" y="7407"/>
                  </a:lnTo>
                  <a:lnTo>
                    <a:pt x="5839" y="7574"/>
                  </a:lnTo>
                  <a:lnTo>
                    <a:pt x="5773" y="7674"/>
                  </a:lnTo>
                  <a:lnTo>
                    <a:pt x="5639" y="7807"/>
                  </a:lnTo>
                  <a:lnTo>
                    <a:pt x="5539" y="7907"/>
                  </a:lnTo>
                  <a:lnTo>
                    <a:pt x="5372" y="7974"/>
                  </a:lnTo>
                  <a:lnTo>
                    <a:pt x="5239" y="8007"/>
                  </a:lnTo>
                  <a:lnTo>
                    <a:pt x="5072" y="8041"/>
                  </a:lnTo>
                  <a:lnTo>
                    <a:pt x="4938" y="8041"/>
                  </a:lnTo>
                  <a:lnTo>
                    <a:pt x="4772" y="8007"/>
                  </a:lnTo>
                  <a:lnTo>
                    <a:pt x="4605" y="7941"/>
                  </a:lnTo>
                  <a:lnTo>
                    <a:pt x="4471" y="7841"/>
                  </a:lnTo>
                  <a:lnTo>
                    <a:pt x="4371" y="7740"/>
                  </a:lnTo>
                  <a:lnTo>
                    <a:pt x="4271" y="7607"/>
                  </a:lnTo>
                  <a:lnTo>
                    <a:pt x="4171" y="7474"/>
                  </a:lnTo>
                  <a:lnTo>
                    <a:pt x="4138" y="7340"/>
                  </a:lnTo>
                  <a:lnTo>
                    <a:pt x="4104" y="7173"/>
                  </a:lnTo>
                  <a:lnTo>
                    <a:pt x="4038" y="7040"/>
                  </a:lnTo>
                  <a:lnTo>
                    <a:pt x="3938" y="6973"/>
                  </a:lnTo>
                  <a:lnTo>
                    <a:pt x="3871" y="6940"/>
                  </a:lnTo>
                  <a:lnTo>
                    <a:pt x="3804" y="6940"/>
                  </a:lnTo>
                  <a:lnTo>
                    <a:pt x="3737" y="6973"/>
                  </a:lnTo>
                  <a:lnTo>
                    <a:pt x="3704" y="7006"/>
                  </a:lnTo>
                  <a:lnTo>
                    <a:pt x="3337" y="7440"/>
                  </a:lnTo>
                  <a:lnTo>
                    <a:pt x="2937" y="7841"/>
                  </a:lnTo>
                  <a:lnTo>
                    <a:pt x="2903" y="6439"/>
                  </a:lnTo>
                  <a:lnTo>
                    <a:pt x="2870" y="5438"/>
                  </a:lnTo>
                  <a:lnTo>
                    <a:pt x="3137" y="5572"/>
                  </a:lnTo>
                  <a:lnTo>
                    <a:pt x="3404" y="5672"/>
                  </a:lnTo>
                  <a:lnTo>
                    <a:pt x="3671" y="5705"/>
                  </a:lnTo>
                  <a:lnTo>
                    <a:pt x="3938" y="5672"/>
                  </a:lnTo>
                  <a:lnTo>
                    <a:pt x="4205" y="5605"/>
                  </a:lnTo>
                  <a:lnTo>
                    <a:pt x="4471" y="5505"/>
                  </a:lnTo>
                  <a:lnTo>
                    <a:pt x="4672" y="5338"/>
                  </a:lnTo>
                  <a:lnTo>
                    <a:pt x="4872" y="5138"/>
                  </a:lnTo>
                  <a:close/>
                  <a:moveTo>
                    <a:pt x="3771" y="7674"/>
                  </a:moveTo>
                  <a:lnTo>
                    <a:pt x="3938" y="7974"/>
                  </a:lnTo>
                  <a:lnTo>
                    <a:pt x="4171" y="8208"/>
                  </a:lnTo>
                  <a:lnTo>
                    <a:pt x="4305" y="8308"/>
                  </a:lnTo>
                  <a:lnTo>
                    <a:pt x="4438" y="8408"/>
                  </a:lnTo>
                  <a:lnTo>
                    <a:pt x="4605" y="8441"/>
                  </a:lnTo>
                  <a:lnTo>
                    <a:pt x="4772" y="8508"/>
                  </a:lnTo>
                  <a:lnTo>
                    <a:pt x="5105" y="8508"/>
                  </a:lnTo>
                  <a:lnTo>
                    <a:pt x="5439" y="8441"/>
                  </a:lnTo>
                  <a:lnTo>
                    <a:pt x="5739" y="8308"/>
                  </a:lnTo>
                  <a:lnTo>
                    <a:pt x="6006" y="8141"/>
                  </a:lnTo>
                  <a:lnTo>
                    <a:pt x="6073" y="8341"/>
                  </a:lnTo>
                  <a:lnTo>
                    <a:pt x="6206" y="8541"/>
                  </a:lnTo>
                  <a:lnTo>
                    <a:pt x="6373" y="8708"/>
                  </a:lnTo>
                  <a:lnTo>
                    <a:pt x="6573" y="8841"/>
                  </a:lnTo>
                  <a:lnTo>
                    <a:pt x="6707" y="8908"/>
                  </a:lnTo>
                  <a:lnTo>
                    <a:pt x="7074" y="8908"/>
                  </a:lnTo>
                  <a:lnTo>
                    <a:pt x="7307" y="8808"/>
                  </a:lnTo>
                  <a:lnTo>
                    <a:pt x="7507" y="8641"/>
                  </a:lnTo>
                  <a:lnTo>
                    <a:pt x="7708" y="9175"/>
                  </a:lnTo>
                  <a:lnTo>
                    <a:pt x="7874" y="9742"/>
                  </a:lnTo>
                  <a:lnTo>
                    <a:pt x="7307" y="11377"/>
                  </a:lnTo>
                  <a:lnTo>
                    <a:pt x="6807" y="13012"/>
                  </a:lnTo>
                  <a:lnTo>
                    <a:pt x="6306" y="14646"/>
                  </a:lnTo>
                  <a:lnTo>
                    <a:pt x="5873" y="16315"/>
                  </a:lnTo>
                  <a:lnTo>
                    <a:pt x="5439" y="17983"/>
                  </a:lnTo>
                  <a:lnTo>
                    <a:pt x="5072" y="19651"/>
                  </a:lnTo>
                  <a:lnTo>
                    <a:pt x="4738" y="21352"/>
                  </a:lnTo>
                  <a:lnTo>
                    <a:pt x="4405" y="23020"/>
                  </a:lnTo>
                  <a:lnTo>
                    <a:pt x="4104" y="25022"/>
                  </a:lnTo>
                  <a:lnTo>
                    <a:pt x="3337" y="24956"/>
                  </a:lnTo>
                  <a:lnTo>
                    <a:pt x="2970" y="8508"/>
                  </a:lnTo>
                  <a:lnTo>
                    <a:pt x="3003" y="8474"/>
                  </a:lnTo>
                  <a:lnTo>
                    <a:pt x="3370" y="8074"/>
                  </a:lnTo>
                  <a:lnTo>
                    <a:pt x="3771" y="7674"/>
                  </a:lnTo>
                  <a:close/>
                  <a:moveTo>
                    <a:pt x="1502" y="28959"/>
                  </a:moveTo>
                  <a:lnTo>
                    <a:pt x="2036" y="29126"/>
                  </a:lnTo>
                  <a:lnTo>
                    <a:pt x="2536" y="29193"/>
                  </a:lnTo>
                  <a:lnTo>
                    <a:pt x="3637" y="29326"/>
                  </a:lnTo>
                  <a:lnTo>
                    <a:pt x="4238" y="29359"/>
                  </a:lnTo>
                  <a:lnTo>
                    <a:pt x="4872" y="29359"/>
                  </a:lnTo>
                  <a:lnTo>
                    <a:pt x="4772" y="29760"/>
                  </a:lnTo>
                  <a:lnTo>
                    <a:pt x="4605" y="30160"/>
                  </a:lnTo>
                  <a:lnTo>
                    <a:pt x="4505" y="30093"/>
                  </a:lnTo>
                  <a:lnTo>
                    <a:pt x="4405" y="30060"/>
                  </a:lnTo>
                  <a:lnTo>
                    <a:pt x="4138" y="29993"/>
                  </a:lnTo>
                  <a:lnTo>
                    <a:pt x="3370" y="29960"/>
                  </a:lnTo>
                  <a:lnTo>
                    <a:pt x="2503" y="29826"/>
                  </a:lnTo>
                  <a:lnTo>
                    <a:pt x="1636" y="29660"/>
                  </a:lnTo>
                  <a:lnTo>
                    <a:pt x="1536" y="29660"/>
                  </a:lnTo>
                  <a:lnTo>
                    <a:pt x="1502" y="29326"/>
                  </a:lnTo>
                  <a:lnTo>
                    <a:pt x="1502" y="28959"/>
                  </a:lnTo>
                  <a:close/>
                  <a:moveTo>
                    <a:pt x="2503" y="0"/>
                  </a:moveTo>
                  <a:lnTo>
                    <a:pt x="2403" y="34"/>
                  </a:lnTo>
                  <a:lnTo>
                    <a:pt x="2336" y="67"/>
                  </a:lnTo>
                  <a:lnTo>
                    <a:pt x="2303" y="134"/>
                  </a:lnTo>
                  <a:lnTo>
                    <a:pt x="2303" y="234"/>
                  </a:lnTo>
                  <a:lnTo>
                    <a:pt x="2770" y="22353"/>
                  </a:lnTo>
                  <a:lnTo>
                    <a:pt x="2837" y="24922"/>
                  </a:lnTo>
                  <a:lnTo>
                    <a:pt x="1402" y="24855"/>
                  </a:lnTo>
                  <a:lnTo>
                    <a:pt x="835" y="24789"/>
                  </a:lnTo>
                  <a:lnTo>
                    <a:pt x="635" y="24822"/>
                  </a:lnTo>
                  <a:lnTo>
                    <a:pt x="401" y="24855"/>
                  </a:lnTo>
                  <a:lnTo>
                    <a:pt x="334" y="24889"/>
                  </a:lnTo>
                  <a:lnTo>
                    <a:pt x="234" y="24956"/>
                  </a:lnTo>
                  <a:lnTo>
                    <a:pt x="168" y="25022"/>
                  </a:lnTo>
                  <a:lnTo>
                    <a:pt x="134" y="25122"/>
                  </a:lnTo>
                  <a:lnTo>
                    <a:pt x="101" y="25356"/>
                  </a:lnTo>
                  <a:lnTo>
                    <a:pt x="68" y="25589"/>
                  </a:lnTo>
                  <a:lnTo>
                    <a:pt x="68" y="26090"/>
                  </a:lnTo>
                  <a:lnTo>
                    <a:pt x="1" y="27224"/>
                  </a:lnTo>
                  <a:lnTo>
                    <a:pt x="1" y="27524"/>
                  </a:lnTo>
                  <a:lnTo>
                    <a:pt x="68" y="27758"/>
                  </a:lnTo>
                  <a:lnTo>
                    <a:pt x="168" y="27991"/>
                  </a:lnTo>
                  <a:lnTo>
                    <a:pt x="301" y="28192"/>
                  </a:lnTo>
                  <a:lnTo>
                    <a:pt x="435" y="28358"/>
                  </a:lnTo>
                  <a:lnTo>
                    <a:pt x="635" y="28525"/>
                  </a:lnTo>
                  <a:lnTo>
                    <a:pt x="835" y="28659"/>
                  </a:lnTo>
                  <a:lnTo>
                    <a:pt x="1035" y="28792"/>
                  </a:lnTo>
                  <a:lnTo>
                    <a:pt x="1002" y="29159"/>
                  </a:lnTo>
                  <a:lnTo>
                    <a:pt x="1035" y="29526"/>
                  </a:lnTo>
                  <a:lnTo>
                    <a:pt x="1102" y="29893"/>
                  </a:lnTo>
                  <a:lnTo>
                    <a:pt x="1235" y="30227"/>
                  </a:lnTo>
                  <a:lnTo>
                    <a:pt x="1435" y="30560"/>
                  </a:lnTo>
                  <a:lnTo>
                    <a:pt x="1669" y="30827"/>
                  </a:lnTo>
                  <a:lnTo>
                    <a:pt x="1936" y="31094"/>
                  </a:lnTo>
                  <a:lnTo>
                    <a:pt x="2269" y="31294"/>
                  </a:lnTo>
                  <a:lnTo>
                    <a:pt x="2636" y="31428"/>
                  </a:lnTo>
                  <a:lnTo>
                    <a:pt x="3037" y="31528"/>
                  </a:lnTo>
                  <a:lnTo>
                    <a:pt x="3404" y="31561"/>
                  </a:lnTo>
                  <a:lnTo>
                    <a:pt x="3804" y="31495"/>
                  </a:lnTo>
                  <a:lnTo>
                    <a:pt x="4038" y="31428"/>
                  </a:lnTo>
                  <a:lnTo>
                    <a:pt x="4238" y="31361"/>
                  </a:lnTo>
                  <a:lnTo>
                    <a:pt x="4405" y="31228"/>
                  </a:lnTo>
                  <a:lnTo>
                    <a:pt x="4571" y="31094"/>
                  </a:lnTo>
                  <a:lnTo>
                    <a:pt x="4705" y="30961"/>
                  </a:lnTo>
                  <a:lnTo>
                    <a:pt x="4838" y="30794"/>
                  </a:lnTo>
                  <a:lnTo>
                    <a:pt x="5039" y="30394"/>
                  </a:lnTo>
                  <a:lnTo>
                    <a:pt x="5239" y="29860"/>
                  </a:lnTo>
                  <a:lnTo>
                    <a:pt x="5372" y="29293"/>
                  </a:lnTo>
                  <a:lnTo>
                    <a:pt x="5773" y="29159"/>
                  </a:lnTo>
                  <a:lnTo>
                    <a:pt x="5939" y="29059"/>
                  </a:lnTo>
                  <a:lnTo>
                    <a:pt x="6106" y="28959"/>
                  </a:lnTo>
                  <a:lnTo>
                    <a:pt x="6306" y="28826"/>
                  </a:lnTo>
                  <a:lnTo>
                    <a:pt x="6473" y="28659"/>
                  </a:lnTo>
                  <a:lnTo>
                    <a:pt x="6640" y="28459"/>
                  </a:lnTo>
                  <a:lnTo>
                    <a:pt x="6773" y="28258"/>
                  </a:lnTo>
                  <a:lnTo>
                    <a:pt x="6907" y="28025"/>
                  </a:lnTo>
                  <a:lnTo>
                    <a:pt x="7007" y="27791"/>
                  </a:lnTo>
                  <a:lnTo>
                    <a:pt x="7174" y="27291"/>
                  </a:lnTo>
                  <a:lnTo>
                    <a:pt x="7274" y="26690"/>
                  </a:lnTo>
                  <a:lnTo>
                    <a:pt x="7341" y="26357"/>
                  </a:lnTo>
                  <a:lnTo>
                    <a:pt x="7341" y="26023"/>
                  </a:lnTo>
                  <a:lnTo>
                    <a:pt x="7274" y="25723"/>
                  </a:lnTo>
                  <a:lnTo>
                    <a:pt x="7207" y="25556"/>
                  </a:lnTo>
                  <a:lnTo>
                    <a:pt x="7140" y="25456"/>
                  </a:lnTo>
                  <a:lnTo>
                    <a:pt x="7040" y="25356"/>
                  </a:lnTo>
                  <a:lnTo>
                    <a:pt x="6907" y="25256"/>
                  </a:lnTo>
                  <a:lnTo>
                    <a:pt x="6773" y="25189"/>
                  </a:lnTo>
                  <a:lnTo>
                    <a:pt x="6573" y="25156"/>
                  </a:lnTo>
                  <a:lnTo>
                    <a:pt x="6173" y="25122"/>
                  </a:lnTo>
                  <a:lnTo>
                    <a:pt x="5739" y="25089"/>
                  </a:lnTo>
                  <a:lnTo>
                    <a:pt x="4872" y="25056"/>
                  </a:lnTo>
                  <a:lnTo>
                    <a:pt x="4571" y="25022"/>
                  </a:lnTo>
                  <a:lnTo>
                    <a:pt x="4938" y="22887"/>
                  </a:lnTo>
                  <a:lnTo>
                    <a:pt x="5339" y="20752"/>
                  </a:lnTo>
                  <a:lnTo>
                    <a:pt x="5806" y="18617"/>
                  </a:lnTo>
                  <a:lnTo>
                    <a:pt x="6306" y="16481"/>
                  </a:lnTo>
                  <a:lnTo>
                    <a:pt x="6907" y="14380"/>
                  </a:lnTo>
                  <a:lnTo>
                    <a:pt x="7507" y="12311"/>
                  </a:lnTo>
                  <a:lnTo>
                    <a:pt x="8208" y="10243"/>
                  </a:lnTo>
                  <a:lnTo>
                    <a:pt x="8942" y="8174"/>
                  </a:lnTo>
                  <a:lnTo>
                    <a:pt x="9509" y="6740"/>
                  </a:lnTo>
                  <a:lnTo>
                    <a:pt x="10076" y="5338"/>
                  </a:lnTo>
                  <a:lnTo>
                    <a:pt x="10677" y="3904"/>
                  </a:lnTo>
                  <a:lnTo>
                    <a:pt x="11311" y="2503"/>
                  </a:lnTo>
                  <a:lnTo>
                    <a:pt x="11344" y="2402"/>
                  </a:lnTo>
                  <a:lnTo>
                    <a:pt x="11344" y="2336"/>
                  </a:lnTo>
                  <a:lnTo>
                    <a:pt x="11277" y="2236"/>
                  </a:lnTo>
                  <a:lnTo>
                    <a:pt x="11211" y="2202"/>
                  </a:lnTo>
                  <a:lnTo>
                    <a:pt x="11144" y="2169"/>
                  </a:lnTo>
                  <a:lnTo>
                    <a:pt x="11077" y="2169"/>
                  </a:lnTo>
                  <a:lnTo>
                    <a:pt x="10977" y="2202"/>
                  </a:lnTo>
                  <a:lnTo>
                    <a:pt x="10910" y="2269"/>
                  </a:lnTo>
                  <a:lnTo>
                    <a:pt x="10744" y="2436"/>
                  </a:lnTo>
                  <a:lnTo>
                    <a:pt x="10577" y="2569"/>
                  </a:lnTo>
                  <a:lnTo>
                    <a:pt x="10410" y="2669"/>
                  </a:lnTo>
                  <a:lnTo>
                    <a:pt x="10210" y="2736"/>
                  </a:lnTo>
                  <a:lnTo>
                    <a:pt x="10010" y="2803"/>
                  </a:lnTo>
                  <a:lnTo>
                    <a:pt x="9576" y="2803"/>
                  </a:lnTo>
                  <a:lnTo>
                    <a:pt x="9376" y="2736"/>
                  </a:lnTo>
                  <a:lnTo>
                    <a:pt x="9142" y="2603"/>
                  </a:lnTo>
                  <a:lnTo>
                    <a:pt x="8942" y="2469"/>
                  </a:lnTo>
                  <a:lnTo>
                    <a:pt x="8775" y="2269"/>
                  </a:lnTo>
                  <a:lnTo>
                    <a:pt x="8642" y="2035"/>
                  </a:lnTo>
                  <a:lnTo>
                    <a:pt x="8775" y="1869"/>
                  </a:lnTo>
                  <a:lnTo>
                    <a:pt x="8809" y="1769"/>
                  </a:lnTo>
                  <a:lnTo>
                    <a:pt x="8775" y="1702"/>
                  </a:lnTo>
                  <a:lnTo>
                    <a:pt x="8742" y="1635"/>
                  </a:lnTo>
                  <a:lnTo>
                    <a:pt x="8675" y="1568"/>
                  </a:lnTo>
                  <a:lnTo>
                    <a:pt x="8575" y="1535"/>
                  </a:lnTo>
                  <a:lnTo>
                    <a:pt x="8508" y="1535"/>
                  </a:lnTo>
                  <a:lnTo>
                    <a:pt x="8408" y="1568"/>
                  </a:lnTo>
                  <a:lnTo>
                    <a:pt x="8341" y="1635"/>
                  </a:lnTo>
                  <a:lnTo>
                    <a:pt x="8208" y="1835"/>
                  </a:lnTo>
                  <a:lnTo>
                    <a:pt x="8041" y="2035"/>
                  </a:lnTo>
                  <a:lnTo>
                    <a:pt x="7874" y="2202"/>
                  </a:lnTo>
                  <a:lnTo>
                    <a:pt x="7674" y="2369"/>
                  </a:lnTo>
                  <a:lnTo>
                    <a:pt x="7474" y="2469"/>
                  </a:lnTo>
                  <a:lnTo>
                    <a:pt x="7240" y="2536"/>
                  </a:lnTo>
                  <a:lnTo>
                    <a:pt x="7007" y="2569"/>
                  </a:lnTo>
                  <a:lnTo>
                    <a:pt x="6740" y="2536"/>
                  </a:lnTo>
                  <a:lnTo>
                    <a:pt x="6507" y="2469"/>
                  </a:lnTo>
                  <a:lnTo>
                    <a:pt x="6273" y="2336"/>
                  </a:lnTo>
                  <a:lnTo>
                    <a:pt x="6073" y="2202"/>
                  </a:lnTo>
                  <a:lnTo>
                    <a:pt x="5873" y="2069"/>
                  </a:lnTo>
                  <a:lnTo>
                    <a:pt x="5706" y="1902"/>
                  </a:lnTo>
                  <a:lnTo>
                    <a:pt x="5539" y="1702"/>
                  </a:lnTo>
                  <a:lnTo>
                    <a:pt x="5406" y="1468"/>
                  </a:lnTo>
                  <a:lnTo>
                    <a:pt x="5272" y="1268"/>
                  </a:lnTo>
                  <a:lnTo>
                    <a:pt x="5205" y="1168"/>
                  </a:lnTo>
                  <a:lnTo>
                    <a:pt x="5139" y="1135"/>
                  </a:lnTo>
                  <a:lnTo>
                    <a:pt x="5039" y="1135"/>
                  </a:lnTo>
                  <a:lnTo>
                    <a:pt x="4972" y="1168"/>
                  </a:lnTo>
                  <a:lnTo>
                    <a:pt x="4905" y="1235"/>
                  </a:lnTo>
                  <a:lnTo>
                    <a:pt x="4838" y="1301"/>
                  </a:lnTo>
                  <a:lnTo>
                    <a:pt x="4838" y="1402"/>
                  </a:lnTo>
                  <a:lnTo>
                    <a:pt x="4872" y="1502"/>
                  </a:lnTo>
                  <a:lnTo>
                    <a:pt x="4905" y="1568"/>
                  </a:lnTo>
                  <a:lnTo>
                    <a:pt x="4705" y="1735"/>
                  </a:lnTo>
                  <a:lnTo>
                    <a:pt x="4471" y="1835"/>
                  </a:lnTo>
                  <a:lnTo>
                    <a:pt x="4238" y="1902"/>
                  </a:lnTo>
                  <a:lnTo>
                    <a:pt x="4038" y="1902"/>
                  </a:lnTo>
                  <a:lnTo>
                    <a:pt x="3771" y="1769"/>
                  </a:lnTo>
                  <a:lnTo>
                    <a:pt x="3537" y="1635"/>
                  </a:lnTo>
                  <a:lnTo>
                    <a:pt x="3337" y="1435"/>
                  </a:lnTo>
                  <a:lnTo>
                    <a:pt x="3170" y="1201"/>
                  </a:lnTo>
                  <a:lnTo>
                    <a:pt x="3037" y="935"/>
                  </a:lnTo>
                  <a:lnTo>
                    <a:pt x="2937" y="701"/>
                  </a:lnTo>
                  <a:lnTo>
                    <a:pt x="2770" y="167"/>
                  </a:lnTo>
                  <a:lnTo>
                    <a:pt x="2737" y="67"/>
                  </a:lnTo>
                  <a:lnTo>
                    <a:pt x="2670" y="34"/>
                  </a:lnTo>
                  <a:lnTo>
                    <a:pt x="25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2"/>
            <p:cNvSpPr/>
            <p:nvPr/>
          </p:nvSpPr>
          <p:spPr>
            <a:xfrm>
              <a:off x="2952150" y="3371675"/>
              <a:ext cx="71750" cy="20050"/>
            </a:xfrm>
            <a:custGeom>
              <a:rect b="b" l="l" r="r" t="t"/>
              <a:pathLst>
                <a:path extrusionOk="0" h="802" w="2870">
                  <a:moveTo>
                    <a:pt x="201" y="0"/>
                  </a:moveTo>
                  <a:lnTo>
                    <a:pt x="134" y="34"/>
                  </a:lnTo>
                  <a:lnTo>
                    <a:pt x="67" y="101"/>
                  </a:lnTo>
                  <a:lnTo>
                    <a:pt x="1" y="167"/>
                  </a:lnTo>
                  <a:lnTo>
                    <a:pt x="1" y="267"/>
                  </a:lnTo>
                  <a:lnTo>
                    <a:pt x="34" y="367"/>
                  </a:lnTo>
                  <a:lnTo>
                    <a:pt x="101" y="434"/>
                  </a:lnTo>
                  <a:lnTo>
                    <a:pt x="167" y="468"/>
                  </a:lnTo>
                  <a:lnTo>
                    <a:pt x="2570" y="801"/>
                  </a:lnTo>
                  <a:lnTo>
                    <a:pt x="2670" y="801"/>
                  </a:lnTo>
                  <a:lnTo>
                    <a:pt x="2770" y="768"/>
                  </a:lnTo>
                  <a:lnTo>
                    <a:pt x="2836" y="734"/>
                  </a:lnTo>
                  <a:lnTo>
                    <a:pt x="2870" y="634"/>
                  </a:lnTo>
                  <a:lnTo>
                    <a:pt x="2870" y="534"/>
                  </a:lnTo>
                  <a:lnTo>
                    <a:pt x="2836" y="468"/>
                  </a:lnTo>
                  <a:lnTo>
                    <a:pt x="2803" y="367"/>
                  </a:lnTo>
                  <a:lnTo>
                    <a:pt x="2703" y="334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2"/>
            <p:cNvSpPr/>
            <p:nvPr/>
          </p:nvSpPr>
          <p:spPr>
            <a:xfrm>
              <a:off x="2958825" y="3281600"/>
              <a:ext cx="67575" cy="26700"/>
            </a:xfrm>
            <a:custGeom>
              <a:rect b="b" l="l" r="r" t="t"/>
              <a:pathLst>
                <a:path extrusionOk="0" h="1068" w="2703">
                  <a:moveTo>
                    <a:pt x="167" y="0"/>
                  </a:moveTo>
                  <a:lnTo>
                    <a:pt x="101" y="34"/>
                  </a:lnTo>
                  <a:lnTo>
                    <a:pt x="34" y="100"/>
                  </a:lnTo>
                  <a:lnTo>
                    <a:pt x="1" y="201"/>
                  </a:lnTo>
                  <a:lnTo>
                    <a:pt x="1" y="267"/>
                  </a:lnTo>
                  <a:lnTo>
                    <a:pt x="1" y="367"/>
                  </a:lnTo>
                  <a:lnTo>
                    <a:pt x="67" y="434"/>
                  </a:lnTo>
                  <a:lnTo>
                    <a:pt x="167" y="467"/>
                  </a:lnTo>
                  <a:lnTo>
                    <a:pt x="2403" y="1068"/>
                  </a:lnTo>
                  <a:lnTo>
                    <a:pt x="2503" y="1068"/>
                  </a:lnTo>
                  <a:lnTo>
                    <a:pt x="2603" y="1035"/>
                  </a:lnTo>
                  <a:lnTo>
                    <a:pt x="2636" y="968"/>
                  </a:lnTo>
                  <a:lnTo>
                    <a:pt x="2703" y="868"/>
                  </a:lnTo>
                  <a:lnTo>
                    <a:pt x="2703" y="801"/>
                  </a:lnTo>
                  <a:lnTo>
                    <a:pt x="2670" y="701"/>
                  </a:lnTo>
                  <a:lnTo>
                    <a:pt x="2603" y="634"/>
                  </a:lnTo>
                  <a:lnTo>
                    <a:pt x="2536" y="601"/>
                  </a:lnTo>
                  <a:lnTo>
                    <a:pt x="267" y="3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2"/>
            <p:cNvSpPr/>
            <p:nvPr/>
          </p:nvSpPr>
          <p:spPr>
            <a:xfrm>
              <a:off x="2989675" y="3228225"/>
              <a:ext cx="45075" cy="30875"/>
            </a:xfrm>
            <a:custGeom>
              <a:rect b="b" l="l" r="r" t="t"/>
              <a:pathLst>
                <a:path extrusionOk="0" h="1235" w="1803">
                  <a:moveTo>
                    <a:pt x="168" y="0"/>
                  </a:moveTo>
                  <a:lnTo>
                    <a:pt x="101" y="33"/>
                  </a:lnTo>
                  <a:lnTo>
                    <a:pt x="34" y="100"/>
                  </a:lnTo>
                  <a:lnTo>
                    <a:pt x="1" y="200"/>
                  </a:lnTo>
                  <a:lnTo>
                    <a:pt x="1" y="267"/>
                  </a:lnTo>
                  <a:lnTo>
                    <a:pt x="34" y="367"/>
                  </a:lnTo>
                  <a:lnTo>
                    <a:pt x="101" y="434"/>
                  </a:lnTo>
                  <a:lnTo>
                    <a:pt x="1436" y="1201"/>
                  </a:lnTo>
                  <a:lnTo>
                    <a:pt x="1502" y="1235"/>
                  </a:lnTo>
                  <a:lnTo>
                    <a:pt x="1602" y="1201"/>
                  </a:lnTo>
                  <a:lnTo>
                    <a:pt x="1702" y="1168"/>
                  </a:lnTo>
                  <a:lnTo>
                    <a:pt x="1769" y="1101"/>
                  </a:lnTo>
                  <a:lnTo>
                    <a:pt x="1803" y="1001"/>
                  </a:lnTo>
                  <a:lnTo>
                    <a:pt x="1769" y="934"/>
                  </a:lnTo>
                  <a:lnTo>
                    <a:pt x="1736" y="834"/>
                  </a:lnTo>
                  <a:lnTo>
                    <a:pt x="1669" y="767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2"/>
            <p:cNvSpPr/>
            <p:nvPr/>
          </p:nvSpPr>
          <p:spPr>
            <a:xfrm>
              <a:off x="3024725" y="3194850"/>
              <a:ext cx="32550" cy="38400"/>
            </a:xfrm>
            <a:custGeom>
              <a:rect b="b" l="l" r="r" t="t"/>
              <a:pathLst>
                <a:path extrusionOk="0" h="1536" w="1302">
                  <a:moveTo>
                    <a:pt x="134" y="1"/>
                  </a:moveTo>
                  <a:lnTo>
                    <a:pt x="67" y="67"/>
                  </a:lnTo>
                  <a:lnTo>
                    <a:pt x="0" y="134"/>
                  </a:lnTo>
                  <a:lnTo>
                    <a:pt x="0" y="234"/>
                  </a:lnTo>
                  <a:lnTo>
                    <a:pt x="0" y="334"/>
                  </a:lnTo>
                  <a:lnTo>
                    <a:pt x="67" y="401"/>
                  </a:lnTo>
                  <a:lnTo>
                    <a:pt x="901" y="1469"/>
                  </a:lnTo>
                  <a:lnTo>
                    <a:pt x="968" y="1535"/>
                  </a:lnTo>
                  <a:lnTo>
                    <a:pt x="1168" y="1535"/>
                  </a:lnTo>
                  <a:lnTo>
                    <a:pt x="1235" y="1469"/>
                  </a:lnTo>
                  <a:lnTo>
                    <a:pt x="1301" y="1402"/>
                  </a:lnTo>
                  <a:lnTo>
                    <a:pt x="1301" y="1302"/>
                  </a:lnTo>
                  <a:lnTo>
                    <a:pt x="1301" y="1235"/>
                  </a:lnTo>
                  <a:lnTo>
                    <a:pt x="1235" y="1135"/>
                  </a:lnTo>
                  <a:lnTo>
                    <a:pt x="401" y="67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2"/>
            <p:cNvSpPr/>
            <p:nvPr/>
          </p:nvSpPr>
          <p:spPr>
            <a:xfrm>
              <a:off x="3149000" y="3144800"/>
              <a:ext cx="13350" cy="70100"/>
            </a:xfrm>
            <a:custGeom>
              <a:rect b="b" l="l" r="r" t="t"/>
              <a:pathLst>
                <a:path extrusionOk="0" h="2804" w="534">
                  <a:moveTo>
                    <a:pt x="167" y="1"/>
                  </a:moveTo>
                  <a:lnTo>
                    <a:pt x="67" y="68"/>
                  </a:lnTo>
                  <a:lnTo>
                    <a:pt x="34" y="134"/>
                  </a:lnTo>
                  <a:lnTo>
                    <a:pt x="0" y="234"/>
                  </a:lnTo>
                  <a:lnTo>
                    <a:pt x="67" y="802"/>
                  </a:lnTo>
                  <a:lnTo>
                    <a:pt x="67" y="1402"/>
                  </a:lnTo>
                  <a:lnTo>
                    <a:pt x="34" y="1969"/>
                  </a:lnTo>
                  <a:lnTo>
                    <a:pt x="0" y="2570"/>
                  </a:lnTo>
                  <a:lnTo>
                    <a:pt x="0" y="2637"/>
                  </a:lnTo>
                  <a:lnTo>
                    <a:pt x="67" y="2737"/>
                  </a:lnTo>
                  <a:lnTo>
                    <a:pt x="134" y="2770"/>
                  </a:lnTo>
                  <a:lnTo>
                    <a:pt x="234" y="2803"/>
                  </a:lnTo>
                  <a:lnTo>
                    <a:pt x="334" y="2770"/>
                  </a:lnTo>
                  <a:lnTo>
                    <a:pt x="401" y="2737"/>
                  </a:lnTo>
                  <a:lnTo>
                    <a:pt x="467" y="2637"/>
                  </a:lnTo>
                  <a:lnTo>
                    <a:pt x="467" y="2570"/>
                  </a:lnTo>
                  <a:lnTo>
                    <a:pt x="534" y="1969"/>
                  </a:lnTo>
                  <a:lnTo>
                    <a:pt x="534" y="1402"/>
                  </a:lnTo>
                  <a:lnTo>
                    <a:pt x="534" y="802"/>
                  </a:lnTo>
                  <a:lnTo>
                    <a:pt x="501" y="234"/>
                  </a:lnTo>
                  <a:lnTo>
                    <a:pt x="467" y="134"/>
                  </a:lnTo>
                  <a:lnTo>
                    <a:pt x="401" y="68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2"/>
            <p:cNvSpPr/>
            <p:nvPr/>
          </p:nvSpPr>
          <p:spPr>
            <a:xfrm>
              <a:off x="3194875" y="3159000"/>
              <a:ext cx="15875" cy="57575"/>
            </a:xfrm>
            <a:custGeom>
              <a:rect b="b" l="l" r="r" t="t"/>
              <a:pathLst>
                <a:path extrusionOk="0" h="2303" w="635">
                  <a:moveTo>
                    <a:pt x="367" y="0"/>
                  </a:moveTo>
                  <a:lnTo>
                    <a:pt x="300" y="33"/>
                  </a:lnTo>
                  <a:lnTo>
                    <a:pt x="234" y="100"/>
                  </a:lnTo>
                  <a:lnTo>
                    <a:pt x="167" y="200"/>
                  </a:lnTo>
                  <a:lnTo>
                    <a:pt x="67" y="1134"/>
                  </a:lnTo>
                  <a:lnTo>
                    <a:pt x="0" y="2069"/>
                  </a:lnTo>
                  <a:lnTo>
                    <a:pt x="0" y="2169"/>
                  </a:lnTo>
                  <a:lnTo>
                    <a:pt x="67" y="2235"/>
                  </a:lnTo>
                  <a:lnTo>
                    <a:pt x="134" y="2302"/>
                  </a:lnTo>
                  <a:lnTo>
                    <a:pt x="334" y="2302"/>
                  </a:lnTo>
                  <a:lnTo>
                    <a:pt x="400" y="2235"/>
                  </a:lnTo>
                  <a:lnTo>
                    <a:pt x="467" y="2169"/>
                  </a:lnTo>
                  <a:lnTo>
                    <a:pt x="467" y="2069"/>
                  </a:lnTo>
                  <a:lnTo>
                    <a:pt x="534" y="1201"/>
                  </a:lnTo>
                  <a:lnTo>
                    <a:pt x="634" y="300"/>
                  </a:lnTo>
                  <a:lnTo>
                    <a:pt x="634" y="200"/>
                  </a:lnTo>
                  <a:lnTo>
                    <a:pt x="634" y="133"/>
                  </a:lnTo>
                  <a:lnTo>
                    <a:pt x="567" y="67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2"/>
            <p:cNvSpPr/>
            <p:nvPr/>
          </p:nvSpPr>
          <p:spPr>
            <a:xfrm>
              <a:off x="3252425" y="3179850"/>
              <a:ext cx="29200" cy="45050"/>
            </a:xfrm>
            <a:custGeom>
              <a:rect b="b" l="l" r="r" t="t"/>
              <a:pathLst>
                <a:path extrusionOk="0" h="1802" w="1168">
                  <a:moveTo>
                    <a:pt x="868" y="0"/>
                  </a:moveTo>
                  <a:lnTo>
                    <a:pt x="767" y="67"/>
                  </a:lnTo>
                  <a:lnTo>
                    <a:pt x="734" y="134"/>
                  </a:lnTo>
                  <a:lnTo>
                    <a:pt x="34" y="1435"/>
                  </a:lnTo>
                  <a:lnTo>
                    <a:pt x="0" y="1535"/>
                  </a:lnTo>
                  <a:lnTo>
                    <a:pt x="0" y="1635"/>
                  </a:lnTo>
                  <a:lnTo>
                    <a:pt x="67" y="1702"/>
                  </a:lnTo>
                  <a:lnTo>
                    <a:pt x="134" y="1768"/>
                  </a:lnTo>
                  <a:lnTo>
                    <a:pt x="200" y="1802"/>
                  </a:lnTo>
                  <a:lnTo>
                    <a:pt x="300" y="1802"/>
                  </a:lnTo>
                  <a:lnTo>
                    <a:pt x="401" y="1768"/>
                  </a:lnTo>
                  <a:lnTo>
                    <a:pt x="467" y="1668"/>
                  </a:lnTo>
                  <a:lnTo>
                    <a:pt x="1134" y="367"/>
                  </a:lnTo>
                  <a:lnTo>
                    <a:pt x="1168" y="267"/>
                  </a:lnTo>
                  <a:lnTo>
                    <a:pt x="1168" y="167"/>
                  </a:lnTo>
                  <a:lnTo>
                    <a:pt x="1134" y="100"/>
                  </a:lnTo>
                  <a:lnTo>
                    <a:pt x="1034" y="33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2"/>
            <p:cNvSpPr/>
            <p:nvPr/>
          </p:nvSpPr>
          <p:spPr>
            <a:xfrm>
              <a:off x="3352500" y="3254900"/>
              <a:ext cx="28375" cy="25875"/>
            </a:xfrm>
            <a:custGeom>
              <a:rect b="b" l="l" r="r" t="t"/>
              <a:pathLst>
                <a:path extrusionOk="0" h="1035" w="1135">
                  <a:moveTo>
                    <a:pt x="835" y="1"/>
                  </a:moveTo>
                  <a:lnTo>
                    <a:pt x="735" y="67"/>
                  </a:lnTo>
                  <a:lnTo>
                    <a:pt x="67" y="635"/>
                  </a:lnTo>
                  <a:lnTo>
                    <a:pt x="34" y="701"/>
                  </a:lnTo>
                  <a:lnTo>
                    <a:pt x="1" y="801"/>
                  </a:lnTo>
                  <a:lnTo>
                    <a:pt x="34" y="902"/>
                  </a:lnTo>
                  <a:lnTo>
                    <a:pt x="67" y="968"/>
                  </a:lnTo>
                  <a:lnTo>
                    <a:pt x="167" y="1035"/>
                  </a:lnTo>
                  <a:lnTo>
                    <a:pt x="334" y="1035"/>
                  </a:lnTo>
                  <a:lnTo>
                    <a:pt x="401" y="968"/>
                  </a:lnTo>
                  <a:lnTo>
                    <a:pt x="1068" y="401"/>
                  </a:lnTo>
                  <a:lnTo>
                    <a:pt x="1135" y="334"/>
                  </a:lnTo>
                  <a:lnTo>
                    <a:pt x="1135" y="234"/>
                  </a:lnTo>
                  <a:lnTo>
                    <a:pt x="1135" y="134"/>
                  </a:lnTo>
                  <a:lnTo>
                    <a:pt x="1068" y="67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2"/>
            <p:cNvSpPr/>
            <p:nvPr/>
          </p:nvSpPr>
          <p:spPr>
            <a:xfrm>
              <a:off x="3327475" y="3354150"/>
              <a:ext cx="39225" cy="15875"/>
            </a:xfrm>
            <a:custGeom>
              <a:rect b="b" l="l" r="r" t="t"/>
              <a:pathLst>
                <a:path extrusionOk="0" h="635" w="1569">
                  <a:moveTo>
                    <a:pt x="234" y="1"/>
                  </a:moveTo>
                  <a:lnTo>
                    <a:pt x="134" y="34"/>
                  </a:lnTo>
                  <a:lnTo>
                    <a:pt x="68" y="101"/>
                  </a:lnTo>
                  <a:lnTo>
                    <a:pt x="34" y="168"/>
                  </a:lnTo>
                  <a:lnTo>
                    <a:pt x="1" y="268"/>
                  </a:lnTo>
                  <a:lnTo>
                    <a:pt x="34" y="368"/>
                  </a:lnTo>
                  <a:lnTo>
                    <a:pt x="101" y="435"/>
                  </a:lnTo>
                  <a:lnTo>
                    <a:pt x="201" y="468"/>
                  </a:lnTo>
                  <a:lnTo>
                    <a:pt x="1269" y="635"/>
                  </a:lnTo>
                  <a:lnTo>
                    <a:pt x="1369" y="635"/>
                  </a:lnTo>
                  <a:lnTo>
                    <a:pt x="1435" y="601"/>
                  </a:lnTo>
                  <a:lnTo>
                    <a:pt x="1502" y="568"/>
                  </a:lnTo>
                  <a:lnTo>
                    <a:pt x="1569" y="468"/>
                  </a:lnTo>
                  <a:lnTo>
                    <a:pt x="1569" y="368"/>
                  </a:lnTo>
                  <a:lnTo>
                    <a:pt x="1535" y="301"/>
                  </a:lnTo>
                  <a:lnTo>
                    <a:pt x="1469" y="201"/>
                  </a:lnTo>
                  <a:lnTo>
                    <a:pt x="1402" y="168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2"/>
            <p:cNvSpPr/>
            <p:nvPr/>
          </p:nvSpPr>
          <p:spPr>
            <a:xfrm>
              <a:off x="3300800" y="3433400"/>
              <a:ext cx="55075" cy="21700"/>
            </a:xfrm>
            <a:custGeom>
              <a:rect b="b" l="l" r="r" t="t"/>
              <a:pathLst>
                <a:path extrusionOk="0" h="868" w="2203">
                  <a:moveTo>
                    <a:pt x="200" y="0"/>
                  </a:moveTo>
                  <a:lnTo>
                    <a:pt x="100" y="34"/>
                  </a:lnTo>
                  <a:lnTo>
                    <a:pt x="34" y="100"/>
                  </a:lnTo>
                  <a:lnTo>
                    <a:pt x="0" y="167"/>
                  </a:lnTo>
                  <a:lnTo>
                    <a:pt x="0" y="267"/>
                  </a:lnTo>
                  <a:lnTo>
                    <a:pt x="34" y="367"/>
                  </a:lnTo>
                  <a:lnTo>
                    <a:pt x="100" y="434"/>
                  </a:lnTo>
                  <a:lnTo>
                    <a:pt x="167" y="467"/>
                  </a:lnTo>
                  <a:lnTo>
                    <a:pt x="1902" y="868"/>
                  </a:lnTo>
                  <a:lnTo>
                    <a:pt x="2102" y="868"/>
                  </a:lnTo>
                  <a:lnTo>
                    <a:pt x="2169" y="801"/>
                  </a:lnTo>
                  <a:lnTo>
                    <a:pt x="2202" y="701"/>
                  </a:lnTo>
                  <a:lnTo>
                    <a:pt x="2202" y="601"/>
                  </a:lnTo>
                  <a:lnTo>
                    <a:pt x="2202" y="534"/>
                  </a:lnTo>
                  <a:lnTo>
                    <a:pt x="2135" y="467"/>
                  </a:lnTo>
                  <a:lnTo>
                    <a:pt x="2035" y="401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5" name="Google Shape;415;p32"/>
          <p:cNvSpPr txBox="1"/>
          <p:nvPr/>
        </p:nvSpPr>
        <p:spPr>
          <a:xfrm>
            <a:off x="363737" y="320900"/>
            <a:ext cx="4261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b="1" lang="en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The application uses the following input data: </a:t>
            </a:r>
            <a:endParaRPr b="1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416" name="Google Shape;416;p32"/>
          <p:cNvSpPr txBox="1"/>
          <p:nvPr>
            <p:ph idx="18" type="ctrTitle"/>
          </p:nvPr>
        </p:nvSpPr>
        <p:spPr>
          <a:xfrm>
            <a:off x="1780025" y="4435616"/>
            <a:ext cx="2516100" cy="32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en" sz="1300"/>
              <a:t>appliance active/inactive status </a:t>
            </a:r>
            <a:endParaRPr sz="1300"/>
          </a:p>
        </p:txBody>
      </p:sp>
      <p:sp>
        <p:nvSpPr>
          <p:cNvPr id="417" name="Google Shape;417;p32"/>
          <p:cNvSpPr txBox="1"/>
          <p:nvPr>
            <p:ph idx="3" type="title"/>
          </p:nvPr>
        </p:nvSpPr>
        <p:spPr>
          <a:xfrm>
            <a:off x="2223084" y="3725496"/>
            <a:ext cx="2516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07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3"/>
          <p:cNvSpPr txBox="1"/>
          <p:nvPr>
            <p:ph idx="2" type="title"/>
          </p:nvPr>
        </p:nvSpPr>
        <p:spPr>
          <a:xfrm>
            <a:off x="720000" y="866425"/>
            <a:ext cx="568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MODEL</a:t>
            </a:r>
            <a:endParaRPr/>
          </a:p>
        </p:txBody>
      </p:sp>
      <p:sp>
        <p:nvSpPr>
          <p:cNvPr id="423" name="Google Shape;423;p33"/>
          <p:cNvSpPr txBox="1"/>
          <p:nvPr>
            <p:ph idx="1" type="body"/>
          </p:nvPr>
        </p:nvSpPr>
        <p:spPr>
          <a:xfrm>
            <a:off x="676275" y="1439125"/>
            <a:ext cx="7704000" cy="29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optimization problem is modeled as a linear programming problem.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objective is to minimize: </a:t>
            </a:r>
            <a:r>
              <a:rPr b="1" lang="en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total electricity cost = appliance power x tariff price x scheduled time</a:t>
            </a:r>
            <a:endParaRPr b="1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optimizer must respect: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appliance must complete its required duration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appliance can work only inside allowed time window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household power must not exceed the connection limit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schedule values are between 0 and 1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4" name="Google Shape;424;p33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33"/>
          <p:cNvSpPr txBox="1"/>
          <p:nvPr>
            <p:ph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Numerical Optimization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4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1" name="Google Shape;431;p34"/>
          <p:cNvSpPr txBox="1"/>
          <p:nvPr>
            <p:ph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Numerical Optimization</a:t>
            </a:r>
            <a:endParaRPr/>
          </a:p>
        </p:txBody>
      </p:sp>
      <p:sp>
        <p:nvSpPr>
          <p:cNvPr id="432" name="Google Shape;432;p34"/>
          <p:cNvSpPr txBox="1"/>
          <p:nvPr>
            <p:ph idx="2" type="title"/>
          </p:nvPr>
        </p:nvSpPr>
        <p:spPr>
          <a:xfrm>
            <a:off x="1728150" y="625625"/>
            <a:ext cx="568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Implemented Appliances </a:t>
            </a:r>
            <a:endParaRPr/>
          </a:p>
        </p:txBody>
      </p:sp>
      <p:sp>
        <p:nvSpPr>
          <p:cNvPr id="433" name="Google Shape;433;p34"/>
          <p:cNvSpPr txBox="1"/>
          <p:nvPr/>
        </p:nvSpPr>
        <p:spPr>
          <a:xfrm>
            <a:off x="914294" y="1957349"/>
            <a:ext cx="17808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"/>
              </a:spcAft>
              <a:buNone/>
            </a:pPr>
            <a:r>
              <a:rPr b="1" lang="en" sz="2000">
                <a:solidFill>
                  <a:srgbClr val="0F0F0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Washing machine</a:t>
            </a:r>
            <a:endParaRPr b="1" sz="2000">
              <a:solidFill>
                <a:srgbClr val="0F0F0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434" name="Google Shape;434;p34"/>
          <p:cNvSpPr txBox="1"/>
          <p:nvPr/>
        </p:nvSpPr>
        <p:spPr>
          <a:xfrm>
            <a:off x="2729295" y="1957349"/>
            <a:ext cx="17808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"/>
              </a:spcAft>
              <a:buNone/>
            </a:pPr>
            <a:r>
              <a:rPr b="1" lang="en" sz="2000">
                <a:solidFill>
                  <a:srgbClr val="0F0F0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Dishwasher</a:t>
            </a:r>
            <a:endParaRPr b="1" sz="2000">
              <a:solidFill>
                <a:srgbClr val="0F0F0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435" name="Google Shape;435;p34"/>
          <p:cNvSpPr txBox="1"/>
          <p:nvPr/>
        </p:nvSpPr>
        <p:spPr>
          <a:xfrm>
            <a:off x="4544297" y="1957349"/>
            <a:ext cx="17808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"/>
              </a:spcAft>
              <a:buNone/>
            </a:pPr>
            <a:r>
              <a:rPr b="1" lang="en" sz="2000">
                <a:solidFill>
                  <a:srgbClr val="0F0F0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Water heater</a:t>
            </a:r>
            <a:endParaRPr b="1" sz="2000">
              <a:solidFill>
                <a:srgbClr val="0F0F0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436" name="Google Shape;436;p34"/>
          <p:cNvSpPr txBox="1"/>
          <p:nvPr/>
        </p:nvSpPr>
        <p:spPr>
          <a:xfrm>
            <a:off x="6359299" y="1957349"/>
            <a:ext cx="17808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"/>
              </a:spcAft>
              <a:buNone/>
            </a:pPr>
            <a:r>
              <a:rPr b="1" lang="en" sz="2000">
                <a:solidFill>
                  <a:srgbClr val="0F0F0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Storage heater</a:t>
            </a:r>
            <a:endParaRPr b="1" sz="2000">
              <a:solidFill>
                <a:srgbClr val="0F0F0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437" name="Google Shape;437;p34"/>
          <p:cNvSpPr/>
          <p:nvPr/>
        </p:nvSpPr>
        <p:spPr>
          <a:xfrm>
            <a:off x="3325296" y="2610656"/>
            <a:ext cx="5727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4"/>
          <p:cNvSpPr/>
          <p:nvPr/>
        </p:nvSpPr>
        <p:spPr>
          <a:xfrm>
            <a:off x="3487369" y="2779805"/>
            <a:ext cx="234300" cy="23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4"/>
          <p:cNvSpPr/>
          <p:nvPr/>
        </p:nvSpPr>
        <p:spPr>
          <a:xfrm>
            <a:off x="5144321" y="2610656"/>
            <a:ext cx="5727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4"/>
          <p:cNvSpPr/>
          <p:nvPr/>
        </p:nvSpPr>
        <p:spPr>
          <a:xfrm>
            <a:off x="5306394" y="2779805"/>
            <a:ext cx="234300" cy="23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4"/>
          <p:cNvSpPr/>
          <p:nvPr/>
        </p:nvSpPr>
        <p:spPr>
          <a:xfrm>
            <a:off x="6963346" y="2610656"/>
            <a:ext cx="5727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4"/>
          <p:cNvSpPr/>
          <p:nvPr/>
        </p:nvSpPr>
        <p:spPr>
          <a:xfrm>
            <a:off x="7125419" y="2779805"/>
            <a:ext cx="234300" cy="234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4"/>
          <p:cNvSpPr/>
          <p:nvPr/>
        </p:nvSpPr>
        <p:spPr>
          <a:xfrm>
            <a:off x="1506271" y="2610656"/>
            <a:ext cx="5727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4"/>
          <p:cNvSpPr/>
          <p:nvPr/>
        </p:nvSpPr>
        <p:spPr>
          <a:xfrm>
            <a:off x="1668344" y="2779805"/>
            <a:ext cx="234300" cy="23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5" name="Google Shape;445;p34"/>
          <p:cNvCxnSpPr>
            <a:stCxn id="443" idx="3"/>
            <a:endCxn id="437" idx="1"/>
          </p:cNvCxnSpPr>
          <p:nvPr/>
        </p:nvCxnSpPr>
        <p:spPr>
          <a:xfrm>
            <a:off x="2078971" y="2897006"/>
            <a:ext cx="1246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34"/>
          <p:cNvCxnSpPr>
            <a:stCxn id="437" idx="3"/>
            <a:endCxn id="439" idx="1"/>
          </p:cNvCxnSpPr>
          <p:nvPr/>
        </p:nvCxnSpPr>
        <p:spPr>
          <a:xfrm>
            <a:off x="3897996" y="2897006"/>
            <a:ext cx="1246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34"/>
          <p:cNvCxnSpPr>
            <a:stCxn id="439" idx="3"/>
            <a:endCxn id="441" idx="1"/>
          </p:cNvCxnSpPr>
          <p:nvPr/>
        </p:nvCxnSpPr>
        <p:spPr>
          <a:xfrm>
            <a:off x="5717021" y="2897006"/>
            <a:ext cx="1246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8" name="Google Shape;448;p34"/>
          <p:cNvGrpSpPr/>
          <p:nvPr/>
        </p:nvGrpSpPr>
        <p:grpSpPr>
          <a:xfrm>
            <a:off x="7083738" y="2727180"/>
            <a:ext cx="301161" cy="339535"/>
            <a:chOff x="3299850" y="238575"/>
            <a:chExt cx="427725" cy="482225"/>
          </a:xfrm>
        </p:grpSpPr>
        <p:sp>
          <p:nvSpPr>
            <p:cNvPr id="449" name="Google Shape;449;p34"/>
            <p:cNvSpPr/>
            <p:nvPr/>
          </p:nvSpPr>
          <p:spPr>
            <a:xfrm>
              <a:off x="3299850" y="323500"/>
              <a:ext cx="427725" cy="397300"/>
            </a:xfrm>
            <a:custGeom>
              <a:rect b="b" l="l" r="r" t="t"/>
              <a:pathLst>
                <a:path extrusionOk="0" h="15892" w="17109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0" name="Google Shape;450;p34"/>
            <p:cNvSpPr/>
            <p:nvPr/>
          </p:nvSpPr>
          <p:spPr>
            <a:xfrm>
              <a:off x="3467650" y="238575"/>
              <a:ext cx="46525" cy="56650"/>
            </a:xfrm>
            <a:custGeom>
              <a:rect b="b" l="l" r="r" t="t"/>
              <a:pathLst>
                <a:path extrusionOk="0" h="2266" w="1861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1" name="Google Shape;451;p34"/>
            <p:cNvSpPr/>
            <p:nvPr/>
          </p:nvSpPr>
          <p:spPr>
            <a:xfrm>
              <a:off x="3566675" y="238575"/>
              <a:ext cx="46525" cy="56675"/>
            </a:xfrm>
            <a:custGeom>
              <a:rect b="b" l="l" r="r" t="t"/>
              <a:pathLst>
                <a:path extrusionOk="0" h="2267" w="1861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2" name="Google Shape;452;p34"/>
            <p:cNvSpPr/>
            <p:nvPr/>
          </p:nvSpPr>
          <p:spPr>
            <a:xfrm>
              <a:off x="3611225" y="323500"/>
              <a:ext cx="56550" cy="28325"/>
            </a:xfrm>
            <a:custGeom>
              <a:rect b="b" l="l" r="r" t="t"/>
              <a:pathLst>
                <a:path extrusionOk="0" h="1133" w="2262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3" name="Google Shape;453;p34"/>
            <p:cNvSpPr/>
            <p:nvPr/>
          </p:nvSpPr>
          <p:spPr>
            <a:xfrm>
              <a:off x="3413075" y="323500"/>
              <a:ext cx="56550" cy="28325"/>
            </a:xfrm>
            <a:custGeom>
              <a:rect b="b" l="l" r="r" t="t"/>
              <a:pathLst>
                <a:path extrusionOk="0" h="1133" w="2262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54" name="Google Shape;454;p34"/>
          <p:cNvGrpSpPr/>
          <p:nvPr/>
        </p:nvGrpSpPr>
        <p:grpSpPr>
          <a:xfrm>
            <a:off x="3439883" y="2726893"/>
            <a:ext cx="343530" cy="340221"/>
            <a:chOff x="3860250" y="1427025"/>
            <a:chExt cx="487900" cy="483200"/>
          </a:xfrm>
        </p:grpSpPr>
        <p:sp>
          <p:nvSpPr>
            <p:cNvPr id="455" name="Google Shape;455;p34"/>
            <p:cNvSpPr/>
            <p:nvPr/>
          </p:nvSpPr>
          <p:spPr>
            <a:xfrm>
              <a:off x="3875800" y="1427025"/>
              <a:ext cx="472350" cy="468650"/>
            </a:xfrm>
            <a:custGeom>
              <a:rect b="b" l="l" r="r" t="t"/>
              <a:pathLst>
                <a:path extrusionOk="0" h="18746" w="18894">
                  <a:moveTo>
                    <a:pt x="15874" y="1821"/>
                  </a:moveTo>
                  <a:lnTo>
                    <a:pt x="6498" y="9403"/>
                  </a:lnTo>
                  <a:lnTo>
                    <a:pt x="1918" y="5629"/>
                  </a:lnTo>
                  <a:lnTo>
                    <a:pt x="15874" y="1821"/>
                  </a:lnTo>
                  <a:close/>
                  <a:moveTo>
                    <a:pt x="14524" y="4370"/>
                  </a:moveTo>
                  <a:lnTo>
                    <a:pt x="8425" y="11912"/>
                  </a:lnTo>
                  <a:lnTo>
                    <a:pt x="6257" y="12634"/>
                  </a:lnTo>
                  <a:lnTo>
                    <a:pt x="6981" y="10469"/>
                  </a:lnTo>
                  <a:lnTo>
                    <a:pt x="14524" y="4370"/>
                  </a:lnTo>
                  <a:close/>
                  <a:moveTo>
                    <a:pt x="17072" y="3020"/>
                  </a:moveTo>
                  <a:lnTo>
                    <a:pt x="13265" y="16976"/>
                  </a:lnTo>
                  <a:lnTo>
                    <a:pt x="9491" y="12392"/>
                  </a:lnTo>
                  <a:lnTo>
                    <a:pt x="17072" y="3020"/>
                  </a:lnTo>
                  <a:close/>
                  <a:moveTo>
                    <a:pt x="18298" y="0"/>
                  </a:moveTo>
                  <a:cubicBezTo>
                    <a:pt x="18286" y="0"/>
                    <a:pt x="18274" y="0"/>
                    <a:pt x="18262" y="3"/>
                  </a:cubicBezTo>
                  <a:lnTo>
                    <a:pt x="18253" y="3"/>
                  </a:lnTo>
                  <a:cubicBezTo>
                    <a:pt x="18238" y="6"/>
                    <a:pt x="18223" y="6"/>
                    <a:pt x="18211" y="12"/>
                  </a:cubicBezTo>
                  <a:lnTo>
                    <a:pt x="18193" y="15"/>
                  </a:lnTo>
                  <a:lnTo>
                    <a:pt x="18178" y="18"/>
                  </a:lnTo>
                  <a:lnTo>
                    <a:pt x="562" y="4822"/>
                  </a:lnTo>
                  <a:cubicBezTo>
                    <a:pt x="121" y="4943"/>
                    <a:pt x="0" y="5511"/>
                    <a:pt x="351" y="5804"/>
                  </a:cubicBezTo>
                  <a:lnTo>
                    <a:pt x="5834" y="10321"/>
                  </a:lnTo>
                  <a:lnTo>
                    <a:pt x="4826" y="13349"/>
                  </a:lnTo>
                  <a:cubicBezTo>
                    <a:pt x="4696" y="13732"/>
                    <a:pt x="4991" y="14098"/>
                    <a:pt x="5359" y="14098"/>
                  </a:cubicBezTo>
                  <a:cubicBezTo>
                    <a:pt x="5418" y="14098"/>
                    <a:pt x="5479" y="14089"/>
                    <a:pt x="5541" y="14068"/>
                  </a:cubicBezTo>
                  <a:lnTo>
                    <a:pt x="8570" y="13060"/>
                  </a:lnTo>
                  <a:lnTo>
                    <a:pt x="13087" y="18540"/>
                  </a:lnTo>
                  <a:cubicBezTo>
                    <a:pt x="13195" y="18670"/>
                    <a:pt x="13355" y="18745"/>
                    <a:pt x="13525" y="18745"/>
                  </a:cubicBezTo>
                  <a:cubicBezTo>
                    <a:pt x="13564" y="18745"/>
                    <a:pt x="13603" y="18742"/>
                    <a:pt x="13642" y="18733"/>
                  </a:cubicBezTo>
                  <a:cubicBezTo>
                    <a:pt x="13848" y="18691"/>
                    <a:pt x="14014" y="18534"/>
                    <a:pt x="14071" y="18328"/>
                  </a:cubicBezTo>
                  <a:lnTo>
                    <a:pt x="18875" y="716"/>
                  </a:lnTo>
                  <a:cubicBezTo>
                    <a:pt x="18875" y="710"/>
                    <a:pt x="18875" y="704"/>
                    <a:pt x="18878" y="698"/>
                  </a:cubicBezTo>
                  <a:lnTo>
                    <a:pt x="18881" y="683"/>
                  </a:lnTo>
                  <a:cubicBezTo>
                    <a:pt x="18884" y="668"/>
                    <a:pt x="18887" y="653"/>
                    <a:pt x="18890" y="637"/>
                  </a:cubicBezTo>
                  <a:cubicBezTo>
                    <a:pt x="18890" y="637"/>
                    <a:pt x="18890" y="634"/>
                    <a:pt x="18890" y="631"/>
                  </a:cubicBezTo>
                  <a:cubicBezTo>
                    <a:pt x="18890" y="619"/>
                    <a:pt x="18890" y="604"/>
                    <a:pt x="18893" y="592"/>
                  </a:cubicBezTo>
                  <a:lnTo>
                    <a:pt x="18893" y="580"/>
                  </a:lnTo>
                  <a:cubicBezTo>
                    <a:pt x="18893" y="568"/>
                    <a:pt x="18893" y="553"/>
                    <a:pt x="18893" y="541"/>
                  </a:cubicBezTo>
                  <a:cubicBezTo>
                    <a:pt x="18893" y="538"/>
                    <a:pt x="18893" y="535"/>
                    <a:pt x="18893" y="532"/>
                  </a:cubicBezTo>
                  <a:cubicBezTo>
                    <a:pt x="18893" y="517"/>
                    <a:pt x="18890" y="502"/>
                    <a:pt x="18890" y="487"/>
                  </a:cubicBezTo>
                  <a:cubicBezTo>
                    <a:pt x="18890" y="483"/>
                    <a:pt x="18890" y="480"/>
                    <a:pt x="18887" y="477"/>
                  </a:cubicBezTo>
                  <a:cubicBezTo>
                    <a:pt x="18887" y="465"/>
                    <a:pt x="18884" y="453"/>
                    <a:pt x="18881" y="441"/>
                  </a:cubicBezTo>
                  <a:lnTo>
                    <a:pt x="18878" y="429"/>
                  </a:lnTo>
                  <a:cubicBezTo>
                    <a:pt x="18875" y="417"/>
                    <a:pt x="18872" y="402"/>
                    <a:pt x="18866" y="390"/>
                  </a:cubicBezTo>
                  <a:cubicBezTo>
                    <a:pt x="18866" y="387"/>
                    <a:pt x="18866" y="384"/>
                    <a:pt x="18863" y="381"/>
                  </a:cubicBezTo>
                  <a:cubicBezTo>
                    <a:pt x="18860" y="369"/>
                    <a:pt x="18854" y="354"/>
                    <a:pt x="18848" y="345"/>
                  </a:cubicBezTo>
                  <a:cubicBezTo>
                    <a:pt x="18848" y="339"/>
                    <a:pt x="18845" y="333"/>
                    <a:pt x="18842" y="329"/>
                  </a:cubicBezTo>
                  <a:cubicBezTo>
                    <a:pt x="18839" y="323"/>
                    <a:pt x="18833" y="308"/>
                    <a:pt x="18830" y="299"/>
                  </a:cubicBezTo>
                  <a:cubicBezTo>
                    <a:pt x="18824" y="290"/>
                    <a:pt x="18824" y="290"/>
                    <a:pt x="18821" y="287"/>
                  </a:cubicBezTo>
                  <a:cubicBezTo>
                    <a:pt x="18815" y="275"/>
                    <a:pt x="18806" y="263"/>
                    <a:pt x="18797" y="248"/>
                  </a:cubicBezTo>
                  <a:lnTo>
                    <a:pt x="18790" y="239"/>
                  </a:lnTo>
                  <a:cubicBezTo>
                    <a:pt x="18784" y="230"/>
                    <a:pt x="18775" y="221"/>
                    <a:pt x="18769" y="212"/>
                  </a:cubicBezTo>
                  <a:cubicBezTo>
                    <a:pt x="18760" y="203"/>
                    <a:pt x="18763" y="203"/>
                    <a:pt x="18760" y="200"/>
                  </a:cubicBezTo>
                  <a:cubicBezTo>
                    <a:pt x="18751" y="188"/>
                    <a:pt x="18739" y="176"/>
                    <a:pt x="18727" y="163"/>
                  </a:cubicBezTo>
                  <a:cubicBezTo>
                    <a:pt x="18718" y="154"/>
                    <a:pt x="18706" y="142"/>
                    <a:pt x="18694" y="133"/>
                  </a:cubicBezTo>
                  <a:lnTo>
                    <a:pt x="18682" y="124"/>
                  </a:lnTo>
                  <a:cubicBezTo>
                    <a:pt x="18673" y="115"/>
                    <a:pt x="18664" y="109"/>
                    <a:pt x="18655" y="103"/>
                  </a:cubicBezTo>
                  <a:lnTo>
                    <a:pt x="18643" y="94"/>
                  </a:lnTo>
                  <a:cubicBezTo>
                    <a:pt x="18630" y="88"/>
                    <a:pt x="18618" y="79"/>
                    <a:pt x="18606" y="73"/>
                  </a:cubicBezTo>
                  <a:lnTo>
                    <a:pt x="18591" y="64"/>
                  </a:lnTo>
                  <a:lnTo>
                    <a:pt x="18564" y="52"/>
                  </a:lnTo>
                  <a:lnTo>
                    <a:pt x="18549" y="43"/>
                  </a:lnTo>
                  <a:cubicBezTo>
                    <a:pt x="18537" y="40"/>
                    <a:pt x="18522" y="34"/>
                    <a:pt x="18510" y="28"/>
                  </a:cubicBezTo>
                  <a:lnTo>
                    <a:pt x="18501" y="28"/>
                  </a:lnTo>
                  <a:cubicBezTo>
                    <a:pt x="18489" y="22"/>
                    <a:pt x="18476" y="18"/>
                    <a:pt x="18464" y="15"/>
                  </a:cubicBezTo>
                  <a:lnTo>
                    <a:pt x="18449" y="12"/>
                  </a:lnTo>
                  <a:lnTo>
                    <a:pt x="18416" y="6"/>
                  </a:lnTo>
                  <a:lnTo>
                    <a:pt x="18404" y="3"/>
                  </a:lnTo>
                  <a:cubicBezTo>
                    <a:pt x="18389" y="3"/>
                    <a:pt x="18374" y="0"/>
                    <a:pt x="183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6" name="Google Shape;456;p34"/>
            <p:cNvSpPr/>
            <p:nvPr/>
          </p:nvSpPr>
          <p:spPr>
            <a:xfrm>
              <a:off x="3860250" y="1861675"/>
              <a:ext cx="54675" cy="48550"/>
            </a:xfrm>
            <a:custGeom>
              <a:rect b="b" l="l" r="r" t="t"/>
              <a:pathLst>
                <a:path extrusionOk="0" h="1942" w="2187">
                  <a:moveTo>
                    <a:pt x="1563" y="1"/>
                  </a:moveTo>
                  <a:cubicBezTo>
                    <a:pt x="1416" y="1"/>
                    <a:pt x="1268" y="58"/>
                    <a:pt x="1157" y="172"/>
                  </a:cubicBezTo>
                  <a:lnTo>
                    <a:pt x="357" y="976"/>
                  </a:lnTo>
                  <a:cubicBezTo>
                    <a:pt x="0" y="1332"/>
                    <a:pt x="254" y="1942"/>
                    <a:pt x="758" y="1942"/>
                  </a:cubicBezTo>
                  <a:cubicBezTo>
                    <a:pt x="906" y="1942"/>
                    <a:pt x="1051" y="1882"/>
                    <a:pt x="1157" y="1776"/>
                  </a:cubicBezTo>
                  <a:lnTo>
                    <a:pt x="1957" y="973"/>
                  </a:lnTo>
                  <a:cubicBezTo>
                    <a:pt x="2184" y="755"/>
                    <a:pt x="2187" y="390"/>
                    <a:pt x="1963" y="166"/>
                  </a:cubicBezTo>
                  <a:cubicBezTo>
                    <a:pt x="1853" y="56"/>
                    <a:pt x="1708" y="1"/>
                    <a:pt x="15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7" name="Google Shape;457;p34"/>
            <p:cNvSpPr/>
            <p:nvPr/>
          </p:nvSpPr>
          <p:spPr>
            <a:xfrm>
              <a:off x="3923425" y="1801775"/>
              <a:ext cx="51350" cy="48550"/>
            </a:xfrm>
            <a:custGeom>
              <a:rect b="b" l="l" r="r" t="t"/>
              <a:pathLst>
                <a:path extrusionOk="0" h="1942" w="2054">
                  <a:moveTo>
                    <a:pt x="1430" y="0"/>
                  </a:moveTo>
                  <a:cubicBezTo>
                    <a:pt x="1286" y="0"/>
                    <a:pt x="1141" y="56"/>
                    <a:pt x="1030" y="168"/>
                  </a:cubicBezTo>
                  <a:lnTo>
                    <a:pt x="230" y="968"/>
                  </a:lnTo>
                  <a:cubicBezTo>
                    <a:pt x="4" y="1189"/>
                    <a:pt x="1" y="1551"/>
                    <a:pt x="224" y="1774"/>
                  </a:cubicBezTo>
                  <a:cubicBezTo>
                    <a:pt x="334" y="1886"/>
                    <a:pt x="478" y="1941"/>
                    <a:pt x="623" y="1941"/>
                  </a:cubicBezTo>
                  <a:cubicBezTo>
                    <a:pt x="771" y="1941"/>
                    <a:pt x="919" y="1883"/>
                    <a:pt x="1030" y="1768"/>
                  </a:cubicBezTo>
                  <a:lnTo>
                    <a:pt x="1831" y="968"/>
                  </a:lnTo>
                  <a:cubicBezTo>
                    <a:pt x="2054" y="745"/>
                    <a:pt x="2051" y="388"/>
                    <a:pt x="1831" y="168"/>
                  </a:cubicBezTo>
                  <a:cubicBezTo>
                    <a:pt x="1720" y="56"/>
                    <a:pt x="1575" y="0"/>
                    <a:pt x="1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58" name="Google Shape;458;p34"/>
          <p:cNvGrpSpPr/>
          <p:nvPr/>
        </p:nvGrpSpPr>
        <p:grpSpPr>
          <a:xfrm>
            <a:off x="5259368" y="2726914"/>
            <a:ext cx="342615" cy="340186"/>
            <a:chOff x="890400" y="4399350"/>
            <a:chExt cx="486600" cy="483150"/>
          </a:xfrm>
        </p:grpSpPr>
        <p:sp>
          <p:nvSpPr>
            <p:cNvPr id="459" name="Google Shape;459;p34"/>
            <p:cNvSpPr/>
            <p:nvPr/>
          </p:nvSpPr>
          <p:spPr>
            <a:xfrm>
              <a:off x="1125300" y="4503075"/>
              <a:ext cx="153800" cy="141650"/>
            </a:xfrm>
            <a:custGeom>
              <a:rect b="b" l="l" r="r" t="t"/>
              <a:pathLst>
                <a:path extrusionOk="0" h="5666" w="6152">
                  <a:moveTo>
                    <a:pt x="3044" y="1140"/>
                  </a:moveTo>
                  <a:cubicBezTo>
                    <a:pt x="3263" y="1140"/>
                    <a:pt x="3484" y="1182"/>
                    <a:pt x="3694" y="1269"/>
                  </a:cubicBezTo>
                  <a:cubicBezTo>
                    <a:pt x="4328" y="1532"/>
                    <a:pt x="4741" y="2151"/>
                    <a:pt x="4741" y="2836"/>
                  </a:cubicBezTo>
                  <a:cubicBezTo>
                    <a:pt x="4741" y="3525"/>
                    <a:pt x="4328" y="4144"/>
                    <a:pt x="3694" y="4406"/>
                  </a:cubicBezTo>
                  <a:cubicBezTo>
                    <a:pt x="3484" y="4493"/>
                    <a:pt x="3263" y="4536"/>
                    <a:pt x="3044" y="4536"/>
                  </a:cubicBezTo>
                  <a:cubicBezTo>
                    <a:pt x="2602" y="4536"/>
                    <a:pt x="2168" y="4363"/>
                    <a:pt x="1843" y="4038"/>
                  </a:cubicBezTo>
                  <a:cubicBezTo>
                    <a:pt x="1178" y="3377"/>
                    <a:pt x="1178" y="2299"/>
                    <a:pt x="1843" y="1638"/>
                  </a:cubicBezTo>
                  <a:cubicBezTo>
                    <a:pt x="2168" y="1312"/>
                    <a:pt x="2602" y="1140"/>
                    <a:pt x="3044" y="1140"/>
                  </a:cubicBezTo>
                  <a:close/>
                  <a:moveTo>
                    <a:pt x="3043" y="0"/>
                  </a:moveTo>
                  <a:cubicBezTo>
                    <a:pt x="2680" y="0"/>
                    <a:pt x="2313" y="70"/>
                    <a:pt x="1961" y="215"/>
                  </a:cubicBezTo>
                  <a:cubicBezTo>
                    <a:pt x="710" y="732"/>
                    <a:pt x="1" y="2060"/>
                    <a:pt x="264" y="3386"/>
                  </a:cubicBezTo>
                  <a:cubicBezTo>
                    <a:pt x="529" y="4709"/>
                    <a:pt x="1688" y="5666"/>
                    <a:pt x="3038" y="5666"/>
                  </a:cubicBezTo>
                  <a:cubicBezTo>
                    <a:pt x="3040" y="5666"/>
                    <a:pt x="3042" y="5666"/>
                    <a:pt x="3045" y="5666"/>
                  </a:cubicBezTo>
                  <a:cubicBezTo>
                    <a:pt x="3048" y="5666"/>
                    <a:pt x="3052" y="5666"/>
                    <a:pt x="3056" y="5666"/>
                  </a:cubicBezTo>
                  <a:cubicBezTo>
                    <a:pt x="3801" y="5666"/>
                    <a:pt x="4518" y="5367"/>
                    <a:pt x="5046" y="4838"/>
                  </a:cubicBezTo>
                  <a:cubicBezTo>
                    <a:pt x="6004" y="3884"/>
                    <a:pt x="6152" y="2386"/>
                    <a:pt x="5400" y="1260"/>
                  </a:cubicBezTo>
                  <a:cubicBezTo>
                    <a:pt x="4862" y="453"/>
                    <a:pt x="3967" y="0"/>
                    <a:pt x="3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60" name="Google Shape;460;p34"/>
            <p:cNvSpPr/>
            <p:nvPr/>
          </p:nvSpPr>
          <p:spPr>
            <a:xfrm>
              <a:off x="890400" y="4399350"/>
              <a:ext cx="486600" cy="483150"/>
            </a:xfrm>
            <a:custGeom>
              <a:rect b="b" l="l" r="r" t="t"/>
              <a:pathLst>
                <a:path extrusionOk="0" h="19326" w="19464">
                  <a:moveTo>
                    <a:pt x="17908" y="1131"/>
                  </a:moveTo>
                  <a:cubicBezTo>
                    <a:pt x="18031" y="1131"/>
                    <a:pt x="18157" y="1132"/>
                    <a:pt x="18283" y="1134"/>
                  </a:cubicBezTo>
                  <a:cubicBezTo>
                    <a:pt x="18301" y="2369"/>
                    <a:pt x="18232" y="3465"/>
                    <a:pt x="18057" y="4449"/>
                  </a:cubicBezTo>
                  <a:cubicBezTo>
                    <a:pt x="16453" y="4223"/>
                    <a:pt x="15191" y="2960"/>
                    <a:pt x="14968" y="1357"/>
                  </a:cubicBezTo>
                  <a:cubicBezTo>
                    <a:pt x="15851" y="1203"/>
                    <a:pt x="16825" y="1131"/>
                    <a:pt x="17908" y="1131"/>
                  </a:cubicBezTo>
                  <a:close/>
                  <a:moveTo>
                    <a:pt x="6462" y="6683"/>
                  </a:moveTo>
                  <a:lnTo>
                    <a:pt x="6462" y="6686"/>
                  </a:lnTo>
                  <a:cubicBezTo>
                    <a:pt x="6003" y="7471"/>
                    <a:pt x="5574" y="8281"/>
                    <a:pt x="5173" y="9066"/>
                  </a:cubicBezTo>
                  <a:lnTo>
                    <a:pt x="2712" y="8839"/>
                  </a:lnTo>
                  <a:cubicBezTo>
                    <a:pt x="3545" y="7571"/>
                    <a:pt x="4952" y="6756"/>
                    <a:pt x="6462" y="6683"/>
                  </a:cubicBezTo>
                  <a:close/>
                  <a:moveTo>
                    <a:pt x="13863" y="1608"/>
                  </a:moveTo>
                  <a:cubicBezTo>
                    <a:pt x="14195" y="3637"/>
                    <a:pt x="15783" y="5225"/>
                    <a:pt x="17809" y="5557"/>
                  </a:cubicBezTo>
                  <a:cubicBezTo>
                    <a:pt x="17347" y="7209"/>
                    <a:pt x="16532" y="8534"/>
                    <a:pt x="15303" y="9718"/>
                  </a:cubicBezTo>
                  <a:cubicBezTo>
                    <a:pt x="13932" y="11043"/>
                    <a:pt x="11825" y="12218"/>
                    <a:pt x="9868" y="13221"/>
                  </a:cubicBezTo>
                  <a:lnTo>
                    <a:pt x="6196" y="9552"/>
                  </a:lnTo>
                  <a:cubicBezTo>
                    <a:pt x="7199" y="7592"/>
                    <a:pt x="8376" y="5485"/>
                    <a:pt x="9699" y="4114"/>
                  </a:cubicBezTo>
                  <a:cubicBezTo>
                    <a:pt x="10886" y="2885"/>
                    <a:pt x="12208" y="2073"/>
                    <a:pt x="13863" y="1608"/>
                  </a:cubicBezTo>
                  <a:close/>
                  <a:moveTo>
                    <a:pt x="5659" y="10612"/>
                  </a:moveTo>
                  <a:lnTo>
                    <a:pt x="8805" y="13758"/>
                  </a:lnTo>
                  <a:lnTo>
                    <a:pt x="8503" y="13909"/>
                  </a:lnTo>
                  <a:cubicBezTo>
                    <a:pt x="8237" y="14039"/>
                    <a:pt x="7984" y="14169"/>
                    <a:pt x="7736" y="14292"/>
                  </a:cubicBezTo>
                  <a:lnTo>
                    <a:pt x="5124" y="11681"/>
                  </a:lnTo>
                  <a:cubicBezTo>
                    <a:pt x="5248" y="11433"/>
                    <a:pt x="5378" y="11179"/>
                    <a:pt x="5508" y="10914"/>
                  </a:cubicBezTo>
                  <a:lnTo>
                    <a:pt x="5659" y="10612"/>
                  </a:lnTo>
                  <a:close/>
                  <a:moveTo>
                    <a:pt x="12658" y="13000"/>
                  </a:moveTo>
                  <a:lnTo>
                    <a:pt x="12658" y="13000"/>
                  </a:lnTo>
                  <a:cubicBezTo>
                    <a:pt x="12567" y="14483"/>
                    <a:pt x="11782" y="15835"/>
                    <a:pt x="10538" y="16651"/>
                  </a:cubicBezTo>
                  <a:lnTo>
                    <a:pt x="10348" y="14247"/>
                  </a:lnTo>
                  <a:cubicBezTo>
                    <a:pt x="11109" y="13858"/>
                    <a:pt x="11894" y="13441"/>
                    <a:pt x="12658" y="13000"/>
                  </a:cubicBezTo>
                  <a:close/>
                  <a:moveTo>
                    <a:pt x="4596" y="12756"/>
                  </a:moveTo>
                  <a:lnTo>
                    <a:pt x="5233" y="13393"/>
                  </a:lnTo>
                  <a:lnTo>
                    <a:pt x="4034" y="14594"/>
                  </a:lnTo>
                  <a:cubicBezTo>
                    <a:pt x="3814" y="14815"/>
                    <a:pt x="3811" y="15174"/>
                    <a:pt x="4034" y="15395"/>
                  </a:cubicBezTo>
                  <a:cubicBezTo>
                    <a:pt x="4145" y="15505"/>
                    <a:pt x="4290" y="15560"/>
                    <a:pt x="4434" y="15560"/>
                  </a:cubicBezTo>
                  <a:cubicBezTo>
                    <a:pt x="4579" y="15560"/>
                    <a:pt x="4724" y="15505"/>
                    <a:pt x="4835" y="15395"/>
                  </a:cubicBezTo>
                  <a:lnTo>
                    <a:pt x="6036" y="14193"/>
                  </a:lnTo>
                  <a:lnTo>
                    <a:pt x="6673" y="14833"/>
                  </a:lnTo>
                  <a:cubicBezTo>
                    <a:pt x="6528" y="15192"/>
                    <a:pt x="6311" y="15521"/>
                    <a:pt x="6036" y="15796"/>
                  </a:cubicBezTo>
                  <a:cubicBezTo>
                    <a:pt x="5387" y="16445"/>
                    <a:pt x="3110" y="17327"/>
                    <a:pt x="1555" y="17864"/>
                  </a:cubicBezTo>
                  <a:cubicBezTo>
                    <a:pt x="2096" y="16312"/>
                    <a:pt x="2984" y="14042"/>
                    <a:pt x="3633" y="13393"/>
                  </a:cubicBezTo>
                  <a:cubicBezTo>
                    <a:pt x="3908" y="13115"/>
                    <a:pt x="4234" y="12900"/>
                    <a:pt x="4596" y="12756"/>
                  </a:cubicBezTo>
                  <a:close/>
                  <a:moveTo>
                    <a:pt x="17939" y="0"/>
                  </a:moveTo>
                  <a:cubicBezTo>
                    <a:pt x="16582" y="0"/>
                    <a:pt x="15371" y="113"/>
                    <a:pt x="14282" y="349"/>
                  </a:cubicBezTo>
                  <a:cubicBezTo>
                    <a:pt x="14258" y="352"/>
                    <a:pt x="14234" y="358"/>
                    <a:pt x="14213" y="364"/>
                  </a:cubicBezTo>
                  <a:cubicBezTo>
                    <a:pt x="12057" y="841"/>
                    <a:pt x="10360" y="1801"/>
                    <a:pt x="8887" y="3329"/>
                  </a:cubicBezTo>
                  <a:cubicBezTo>
                    <a:pt x="8277" y="3960"/>
                    <a:pt x="7703" y="4724"/>
                    <a:pt x="7166" y="5548"/>
                  </a:cubicBezTo>
                  <a:lnTo>
                    <a:pt x="6676" y="5548"/>
                  </a:lnTo>
                  <a:cubicBezTo>
                    <a:pt x="5583" y="5548"/>
                    <a:pt x="4511" y="5856"/>
                    <a:pt x="3584" y="6436"/>
                  </a:cubicBezTo>
                  <a:cubicBezTo>
                    <a:pt x="2658" y="7016"/>
                    <a:pt x="1909" y="7837"/>
                    <a:pt x="1420" y="8815"/>
                  </a:cubicBezTo>
                  <a:lnTo>
                    <a:pt x="1284" y="9084"/>
                  </a:lnTo>
                  <a:cubicBezTo>
                    <a:pt x="1096" y="9458"/>
                    <a:pt x="1368" y="9902"/>
                    <a:pt x="1791" y="9905"/>
                  </a:cubicBezTo>
                  <a:lnTo>
                    <a:pt x="1948" y="9905"/>
                  </a:lnTo>
                  <a:lnTo>
                    <a:pt x="4623" y="10153"/>
                  </a:lnTo>
                  <a:cubicBezTo>
                    <a:pt x="4581" y="10237"/>
                    <a:pt x="4539" y="10322"/>
                    <a:pt x="4496" y="10409"/>
                  </a:cubicBezTo>
                  <a:cubicBezTo>
                    <a:pt x="4297" y="10802"/>
                    <a:pt x="4113" y="11176"/>
                    <a:pt x="3929" y="11533"/>
                  </a:cubicBezTo>
                  <a:cubicBezTo>
                    <a:pt x="3880" y="11626"/>
                    <a:pt x="3859" y="11732"/>
                    <a:pt x="3868" y="11838"/>
                  </a:cubicBezTo>
                  <a:cubicBezTo>
                    <a:pt x="3485" y="12031"/>
                    <a:pt x="3135" y="12287"/>
                    <a:pt x="2833" y="12592"/>
                  </a:cubicBezTo>
                  <a:cubicBezTo>
                    <a:pt x="1664" y="13761"/>
                    <a:pt x="275" y="18097"/>
                    <a:pt x="121" y="18586"/>
                  </a:cubicBezTo>
                  <a:cubicBezTo>
                    <a:pt x="1" y="18966"/>
                    <a:pt x="294" y="19325"/>
                    <a:pt x="657" y="19325"/>
                  </a:cubicBezTo>
                  <a:cubicBezTo>
                    <a:pt x="713" y="19325"/>
                    <a:pt x="770" y="19317"/>
                    <a:pt x="828" y="19299"/>
                  </a:cubicBezTo>
                  <a:cubicBezTo>
                    <a:pt x="1320" y="19145"/>
                    <a:pt x="5665" y="17765"/>
                    <a:pt x="6836" y="16593"/>
                  </a:cubicBezTo>
                  <a:cubicBezTo>
                    <a:pt x="7144" y="16288"/>
                    <a:pt x="7398" y="15935"/>
                    <a:pt x="7594" y="15549"/>
                  </a:cubicBezTo>
                  <a:lnTo>
                    <a:pt x="7628" y="15549"/>
                  </a:lnTo>
                  <a:cubicBezTo>
                    <a:pt x="7715" y="15549"/>
                    <a:pt x="7806" y="15527"/>
                    <a:pt x="7884" y="15485"/>
                  </a:cubicBezTo>
                  <a:cubicBezTo>
                    <a:pt x="8240" y="15304"/>
                    <a:pt x="8615" y="15117"/>
                    <a:pt x="9010" y="14920"/>
                  </a:cubicBezTo>
                  <a:lnTo>
                    <a:pt x="9255" y="14797"/>
                  </a:lnTo>
                  <a:lnTo>
                    <a:pt x="9463" y="17418"/>
                  </a:lnTo>
                  <a:lnTo>
                    <a:pt x="9463" y="17578"/>
                  </a:lnTo>
                  <a:cubicBezTo>
                    <a:pt x="9463" y="17906"/>
                    <a:pt x="9732" y="18144"/>
                    <a:pt x="10028" y="18144"/>
                  </a:cubicBezTo>
                  <a:cubicBezTo>
                    <a:pt x="10113" y="18144"/>
                    <a:pt x="10201" y="18124"/>
                    <a:pt x="10285" y="18082"/>
                  </a:cubicBezTo>
                  <a:lnTo>
                    <a:pt x="10553" y="17946"/>
                  </a:lnTo>
                  <a:cubicBezTo>
                    <a:pt x="12543" y="16950"/>
                    <a:pt x="13802" y="14914"/>
                    <a:pt x="13799" y="12689"/>
                  </a:cubicBezTo>
                  <a:lnTo>
                    <a:pt x="13799" y="12303"/>
                  </a:lnTo>
                  <a:cubicBezTo>
                    <a:pt x="14654" y="11750"/>
                    <a:pt x="15442" y="11161"/>
                    <a:pt x="16091" y="10536"/>
                  </a:cubicBezTo>
                  <a:cubicBezTo>
                    <a:pt x="17619" y="9060"/>
                    <a:pt x="18582" y="7366"/>
                    <a:pt x="19059" y="5207"/>
                  </a:cubicBezTo>
                  <a:cubicBezTo>
                    <a:pt x="19065" y="5186"/>
                    <a:pt x="19068" y="5165"/>
                    <a:pt x="19071" y="5140"/>
                  </a:cubicBezTo>
                  <a:cubicBezTo>
                    <a:pt x="19361" y="3809"/>
                    <a:pt x="19464" y="2302"/>
                    <a:pt x="19403" y="563"/>
                  </a:cubicBezTo>
                  <a:cubicBezTo>
                    <a:pt x="19394" y="264"/>
                    <a:pt x="19156" y="25"/>
                    <a:pt x="18857" y="16"/>
                  </a:cubicBezTo>
                  <a:cubicBezTo>
                    <a:pt x="18544" y="6"/>
                    <a:pt x="18238" y="0"/>
                    <a:pt x="179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61" name="Google Shape;461;p34"/>
            <p:cNvSpPr/>
            <p:nvPr/>
          </p:nvSpPr>
          <p:spPr>
            <a:xfrm>
              <a:off x="1106975" y="4639875"/>
              <a:ext cx="28325" cy="28325"/>
            </a:xfrm>
            <a:custGeom>
              <a:rect b="b" l="l" r="r" t="t"/>
              <a:pathLst>
                <a:path extrusionOk="0" h="1133" w="1133">
                  <a:moveTo>
                    <a:pt x="565" y="0"/>
                  </a:moveTo>
                  <a:cubicBezTo>
                    <a:pt x="254" y="0"/>
                    <a:pt x="0" y="254"/>
                    <a:pt x="0" y="568"/>
                  </a:cubicBezTo>
                  <a:cubicBezTo>
                    <a:pt x="0" y="879"/>
                    <a:pt x="254" y="1133"/>
                    <a:pt x="565" y="1133"/>
                  </a:cubicBezTo>
                  <a:cubicBezTo>
                    <a:pt x="879" y="1133"/>
                    <a:pt x="1132" y="879"/>
                    <a:pt x="1132" y="568"/>
                  </a:cubicBezTo>
                  <a:cubicBezTo>
                    <a:pt x="1132" y="254"/>
                    <a:pt x="879" y="0"/>
                    <a:pt x="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62" name="Google Shape;462;p34"/>
          <p:cNvSpPr/>
          <p:nvPr/>
        </p:nvSpPr>
        <p:spPr>
          <a:xfrm>
            <a:off x="1599348" y="2726836"/>
            <a:ext cx="410699" cy="340217"/>
          </a:xfrm>
          <a:custGeom>
            <a:rect b="b" l="l" r="r" t="t"/>
            <a:pathLst>
              <a:path extrusionOk="0" h="11272" w="12225">
                <a:moveTo>
                  <a:pt x="2490" y="1190"/>
                </a:moveTo>
                <a:lnTo>
                  <a:pt x="4065" y="4372"/>
                </a:lnTo>
                <a:lnTo>
                  <a:pt x="4159" y="4624"/>
                </a:lnTo>
                <a:lnTo>
                  <a:pt x="3183" y="6577"/>
                </a:lnTo>
                <a:cubicBezTo>
                  <a:pt x="3151" y="6671"/>
                  <a:pt x="3120" y="6766"/>
                  <a:pt x="3057" y="6892"/>
                </a:cubicBezTo>
                <a:cubicBezTo>
                  <a:pt x="2868" y="6923"/>
                  <a:pt x="2679" y="6986"/>
                  <a:pt x="2490" y="6986"/>
                </a:cubicBezTo>
                <a:cubicBezTo>
                  <a:pt x="1482" y="6986"/>
                  <a:pt x="662" y="6199"/>
                  <a:pt x="662" y="5191"/>
                </a:cubicBezTo>
                <a:cubicBezTo>
                  <a:pt x="662" y="4939"/>
                  <a:pt x="757" y="4655"/>
                  <a:pt x="851" y="4372"/>
                </a:cubicBezTo>
                <a:cubicBezTo>
                  <a:pt x="851" y="4372"/>
                  <a:pt x="2269" y="1568"/>
                  <a:pt x="2490" y="1190"/>
                </a:cubicBezTo>
                <a:close/>
                <a:moveTo>
                  <a:pt x="9610" y="1190"/>
                </a:moveTo>
                <a:lnTo>
                  <a:pt x="11217" y="4372"/>
                </a:lnTo>
                <a:cubicBezTo>
                  <a:pt x="11343" y="4655"/>
                  <a:pt x="11406" y="4876"/>
                  <a:pt x="11406" y="5191"/>
                </a:cubicBezTo>
                <a:cubicBezTo>
                  <a:pt x="11406" y="6136"/>
                  <a:pt x="10618" y="6986"/>
                  <a:pt x="9610" y="6986"/>
                </a:cubicBezTo>
                <a:cubicBezTo>
                  <a:pt x="9421" y="6986"/>
                  <a:pt x="9200" y="6923"/>
                  <a:pt x="9011" y="6892"/>
                </a:cubicBezTo>
                <a:cubicBezTo>
                  <a:pt x="8980" y="6766"/>
                  <a:pt x="8948" y="6703"/>
                  <a:pt x="8885" y="6577"/>
                </a:cubicBezTo>
                <a:lnTo>
                  <a:pt x="7909" y="4624"/>
                </a:lnTo>
                <a:lnTo>
                  <a:pt x="8035" y="4372"/>
                </a:lnTo>
                <a:cubicBezTo>
                  <a:pt x="8035" y="4372"/>
                  <a:pt x="9452" y="1536"/>
                  <a:pt x="9610" y="1190"/>
                </a:cubicBezTo>
                <a:close/>
                <a:moveTo>
                  <a:pt x="6050" y="2387"/>
                </a:moveTo>
                <a:lnTo>
                  <a:pt x="8255" y="6892"/>
                </a:lnTo>
                <a:cubicBezTo>
                  <a:pt x="8476" y="7238"/>
                  <a:pt x="8539" y="7648"/>
                  <a:pt x="8539" y="8026"/>
                </a:cubicBezTo>
                <a:cubicBezTo>
                  <a:pt x="8539" y="9412"/>
                  <a:pt x="7436" y="10515"/>
                  <a:pt x="6050" y="10515"/>
                </a:cubicBezTo>
                <a:cubicBezTo>
                  <a:pt x="4695" y="10515"/>
                  <a:pt x="3592" y="9412"/>
                  <a:pt x="3592" y="8026"/>
                </a:cubicBezTo>
                <a:cubicBezTo>
                  <a:pt x="3592" y="7648"/>
                  <a:pt x="3655" y="7238"/>
                  <a:pt x="3844" y="6892"/>
                </a:cubicBezTo>
                <a:lnTo>
                  <a:pt x="6050" y="2387"/>
                </a:lnTo>
                <a:close/>
                <a:moveTo>
                  <a:pt x="2521" y="0"/>
                </a:moveTo>
                <a:cubicBezTo>
                  <a:pt x="2395" y="0"/>
                  <a:pt x="2269" y="71"/>
                  <a:pt x="2206" y="213"/>
                </a:cubicBezTo>
                <a:cubicBezTo>
                  <a:pt x="2112" y="307"/>
                  <a:pt x="284" y="4025"/>
                  <a:pt x="284" y="4025"/>
                </a:cubicBezTo>
                <a:cubicBezTo>
                  <a:pt x="64" y="4372"/>
                  <a:pt x="1" y="4781"/>
                  <a:pt x="1" y="5159"/>
                </a:cubicBezTo>
                <a:cubicBezTo>
                  <a:pt x="1" y="5821"/>
                  <a:pt x="284" y="6451"/>
                  <a:pt x="757" y="6923"/>
                </a:cubicBezTo>
                <a:cubicBezTo>
                  <a:pt x="1230" y="7396"/>
                  <a:pt x="1860" y="7680"/>
                  <a:pt x="2521" y="7680"/>
                </a:cubicBezTo>
                <a:cubicBezTo>
                  <a:pt x="2647" y="7680"/>
                  <a:pt x="2742" y="7680"/>
                  <a:pt x="2899" y="7648"/>
                </a:cubicBezTo>
                <a:lnTo>
                  <a:pt x="2899" y="7648"/>
                </a:lnTo>
                <a:cubicBezTo>
                  <a:pt x="2899" y="7774"/>
                  <a:pt x="2868" y="7932"/>
                  <a:pt x="2868" y="8026"/>
                </a:cubicBezTo>
                <a:cubicBezTo>
                  <a:pt x="2868" y="9822"/>
                  <a:pt x="4348" y="11271"/>
                  <a:pt x="6113" y="11271"/>
                </a:cubicBezTo>
                <a:cubicBezTo>
                  <a:pt x="7877" y="11271"/>
                  <a:pt x="9326" y="9822"/>
                  <a:pt x="9326" y="8026"/>
                </a:cubicBezTo>
                <a:cubicBezTo>
                  <a:pt x="9326" y="7932"/>
                  <a:pt x="9326" y="7774"/>
                  <a:pt x="9295" y="7648"/>
                </a:cubicBezTo>
                <a:cubicBezTo>
                  <a:pt x="9421" y="7648"/>
                  <a:pt x="9547" y="7680"/>
                  <a:pt x="9704" y="7680"/>
                </a:cubicBezTo>
                <a:cubicBezTo>
                  <a:pt x="11059" y="7680"/>
                  <a:pt x="12225" y="6577"/>
                  <a:pt x="12225" y="5191"/>
                </a:cubicBezTo>
                <a:cubicBezTo>
                  <a:pt x="12130" y="4750"/>
                  <a:pt x="12036" y="4372"/>
                  <a:pt x="11847" y="4025"/>
                </a:cubicBezTo>
                <a:lnTo>
                  <a:pt x="9925" y="213"/>
                </a:lnTo>
                <a:cubicBezTo>
                  <a:pt x="9862" y="71"/>
                  <a:pt x="9736" y="0"/>
                  <a:pt x="9610" y="0"/>
                </a:cubicBezTo>
                <a:cubicBezTo>
                  <a:pt x="9484" y="0"/>
                  <a:pt x="9358" y="71"/>
                  <a:pt x="9295" y="213"/>
                </a:cubicBezTo>
                <a:cubicBezTo>
                  <a:pt x="8948" y="906"/>
                  <a:pt x="7530" y="3773"/>
                  <a:pt x="7530" y="3773"/>
                </a:cubicBezTo>
                <a:lnTo>
                  <a:pt x="6365" y="1473"/>
                </a:lnTo>
                <a:cubicBezTo>
                  <a:pt x="6318" y="1331"/>
                  <a:pt x="6192" y="1260"/>
                  <a:pt x="6062" y="1260"/>
                </a:cubicBezTo>
                <a:cubicBezTo>
                  <a:pt x="5932" y="1260"/>
                  <a:pt x="5798" y="1331"/>
                  <a:pt x="5735" y="1473"/>
                </a:cubicBezTo>
                <a:lnTo>
                  <a:pt x="4601" y="3773"/>
                </a:lnTo>
                <a:lnTo>
                  <a:pt x="2836" y="213"/>
                </a:lnTo>
                <a:cubicBezTo>
                  <a:pt x="2773" y="71"/>
                  <a:pt x="2647" y="0"/>
                  <a:pt x="252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4"/>
          <p:cNvSpPr txBox="1"/>
          <p:nvPr/>
        </p:nvSpPr>
        <p:spPr>
          <a:xfrm>
            <a:off x="2497200" y="1377738"/>
            <a:ext cx="414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project includes four household appliances: </a:t>
            </a:r>
            <a:endParaRPr/>
          </a:p>
        </p:txBody>
      </p:sp>
      <p:sp>
        <p:nvSpPr>
          <p:cNvPr id="464" name="Google Shape;464;p34"/>
          <p:cNvSpPr txBox="1"/>
          <p:nvPr/>
        </p:nvSpPr>
        <p:spPr>
          <a:xfrm>
            <a:off x="2300400" y="3592775"/>
            <a:ext cx="454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appliance has its own energy demand, duration and allowed operating period.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5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0" name="Google Shape;470;p35"/>
          <p:cNvSpPr txBox="1"/>
          <p:nvPr>
            <p:ph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Numerical Optimization</a:t>
            </a:r>
            <a:endParaRPr/>
          </a:p>
        </p:txBody>
      </p:sp>
      <p:sp>
        <p:nvSpPr>
          <p:cNvPr id="471" name="Google Shape;471;p35"/>
          <p:cNvSpPr txBox="1"/>
          <p:nvPr>
            <p:ph idx="2" type="title"/>
          </p:nvPr>
        </p:nvSpPr>
        <p:spPr>
          <a:xfrm>
            <a:off x="720000" y="866425"/>
            <a:ext cx="514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Application Interface </a:t>
            </a:r>
            <a:endParaRPr/>
          </a:p>
        </p:txBody>
      </p:sp>
      <p:sp>
        <p:nvSpPr>
          <p:cNvPr id="472" name="Google Shape;472;p35"/>
          <p:cNvSpPr txBox="1"/>
          <p:nvPr>
            <p:ph idx="4294967295" type="subTitle"/>
          </p:nvPr>
        </p:nvSpPr>
        <p:spPr>
          <a:xfrm>
            <a:off x="864500" y="1518900"/>
            <a:ext cx="56967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The interface is divided into two main parts: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Right side: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user input settings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Left side: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optimization results and visual dashboard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The dashboard shows: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optimized cost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savings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peak power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total energy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electricity tariff chart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appliance schedule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household power graph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optimization insights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00"/>
              </a:spcAft>
              <a:buNone/>
            </a:pPr>
            <a:r>
              <a:t/>
            </a:r>
            <a:endParaRPr/>
          </a:p>
        </p:txBody>
      </p:sp>
      <p:pic>
        <p:nvPicPr>
          <p:cNvPr id="473" name="Google Shape;47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7490" y="48150"/>
            <a:ext cx="2476071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4" name="Google Shape;474;p35"/>
          <p:cNvCxnSpPr/>
          <p:nvPr/>
        </p:nvCxnSpPr>
        <p:spPr>
          <a:xfrm flipH="1" rot="10800000">
            <a:off x="2916900" y="1439125"/>
            <a:ext cx="3390600" cy="760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6"/>
          <p:cNvSpPr txBox="1"/>
          <p:nvPr>
            <p:ph type="title"/>
          </p:nvPr>
        </p:nvSpPr>
        <p:spPr>
          <a:xfrm>
            <a:off x="388900" y="134900"/>
            <a:ext cx="43344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Visualization of Results </a:t>
            </a:r>
            <a:endParaRPr/>
          </a:p>
        </p:txBody>
      </p:sp>
      <p:sp>
        <p:nvSpPr>
          <p:cNvPr id="480" name="Google Shape;480;p36"/>
          <p:cNvSpPr txBox="1"/>
          <p:nvPr>
            <p:ph idx="1" type="subTitle"/>
          </p:nvPr>
        </p:nvSpPr>
        <p:spPr>
          <a:xfrm>
            <a:off x="685775" y="1006875"/>
            <a:ext cx="7542000" cy="12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appliance schedule uses two types of colors: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/>
              <a:t>light color shows the allowed working period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/>
              <a:t>strong color shows the optimized scheduled activity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This makes it easy to see when an appliance is allowed to work and when the optimizer actually placed it.</a:t>
            </a:r>
            <a:endParaRPr sz="1400"/>
          </a:p>
        </p:txBody>
      </p:sp>
      <p:sp>
        <p:nvSpPr>
          <p:cNvPr id="481" name="Google Shape;481;p36"/>
          <p:cNvSpPr txBox="1"/>
          <p:nvPr>
            <p:ph idx="2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Numerical Optimization</a:t>
            </a:r>
            <a:endParaRPr/>
          </a:p>
        </p:txBody>
      </p:sp>
      <p:sp>
        <p:nvSpPr>
          <p:cNvPr id="482" name="Google Shape;482;p36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3" name="Google Shape;48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31275"/>
            <a:ext cx="8839199" cy="1848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7"/>
          <p:cNvSpPr txBox="1"/>
          <p:nvPr>
            <p:ph type="title"/>
          </p:nvPr>
        </p:nvSpPr>
        <p:spPr>
          <a:xfrm>
            <a:off x="969649" y="1875138"/>
            <a:ext cx="4492500" cy="11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7"/>
          <p:cNvSpPr txBox="1"/>
          <p:nvPr>
            <p:ph idx="2" type="title"/>
          </p:nvPr>
        </p:nvSpPr>
        <p:spPr>
          <a:xfrm>
            <a:off x="969649" y="1084663"/>
            <a:ext cx="1429800" cy="124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7"/>
          <p:cNvSpPr txBox="1"/>
          <p:nvPr>
            <p:ph idx="1" type="subTitle"/>
          </p:nvPr>
        </p:nvSpPr>
        <p:spPr>
          <a:xfrm>
            <a:off x="969649" y="3345438"/>
            <a:ext cx="2556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7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2" name="Google Shape;492;p37"/>
          <p:cNvSpPr txBox="1"/>
          <p:nvPr>
            <p:ph idx="3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3" name="Google Shape;49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25" y="0"/>
            <a:ext cx="86206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8"/>
          <p:cNvSpPr/>
          <p:nvPr/>
        </p:nvSpPr>
        <p:spPr>
          <a:xfrm>
            <a:off x="5432883" y="1649325"/>
            <a:ext cx="2144100" cy="214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8"/>
          <p:cNvSpPr txBox="1"/>
          <p:nvPr>
            <p:ph type="title"/>
          </p:nvPr>
        </p:nvSpPr>
        <p:spPr>
          <a:xfrm>
            <a:off x="476800" y="666800"/>
            <a:ext cx="6076800" cy="11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00" name="Google Shape;500;p38"/>
          <p:cNvSpPr txBox="1"/>
          <p:nvPr>
            <p:ph idx="1" type="subTitle"/>
          </p:nvPr>
        </p:nvSpPr>
        <p:spPr>
          <a:xfrm>
            <a:off x="671051" y="1813950"/>
            <a:ext cx="41085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project demonstrates how mathematical optimization can be used in a practical smart home energy system.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application helps the user plan appliance usage, reduce electricity cost and understand household power consumption through a simple visual interface.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00"/>
              </a:spcAft>
              <a:buNone/>
            </a:pPr>
            <a:r>
              <a:t/>
            </a:r>
            <a:endParaRPr/>
          </a:p>
        </p:txBody>
      </p:sp>
      <p:grpSp>
        <p:nvGrpSpPr>
          <p:cNvPr id="501" name="Google Shape;501;p38"/>
          <p:cNvGrpSpPr/>
          <p:nvPr/>
        </p:nvGrpSpPr>
        <p:grpSpPr>
          <a:xfrm rot="515481">
            <a:off x="6660368" y="1501242"/>
            <a:ext cx="1114624" cy="2673480"/>
            <a:chOff x="294000" y="2956300"/>
            <a:chExt cx="485450" cy="1164375"/>
          </a:xfrm>
        </p:grpSpPr>
        <p:sp>
          <p:nvSpPr>
            <p:cNvPr id="502" name="Google Shape;502;p38"/>
            <p:cNvSpPr/>
            <p:nvPr/>
          </p:nvSpPr>
          <p:spPr>
            <a:xfrm>
              <a:off x="354050" y="3063900"/>
              <a:ext cx="350325" cy="956700"/>
            </a:xfrm>
            <a:custGeom>
              <a:rect b="b" l="l" r="r" t="t"/>
              <a:pathLst>
                <a:path extrusionOk="0" h="38268" w="14013">
                  <a:moveTo>
                    <a:pt x="6973" y="1"/>
                  </a:moveTo>
                  <a:lnTo>
                    <a:pt x="6473" y="34"/>
                  </a:lnTo>
                  <a:lnTo>
                    <a:pt x="5972" y="134"/>
                  </a:lnTo>
                  <a:lnTo>
                    <a:pt x="5605" y="234"/>
                  </a:lnTo>
                  <a:lnTo>
                    <a:pt x="5238" y="368"/>
                  </a:lnTo>
                  <a:lnTo>
                    <a:pt x="4871" y="535"/>
                  </a:lnTo>
                  <a:lnTo>
                    <a:pt x="4538" y="735"/>
                  </a:lnTo>
                  <a:lnTo>
                    <a:pt x="4204" y="935"/>
                  </a:lnTo>
                  <a:lnTo>
                    <a:pt x="3870" y="1168"/>
                  </a:lnTo>
                  <a:lnTo>
                    <a:pt x="3237" y="1669"/>
                  </a:lnTo>
                  <a:lnTo>
                    <a:pt x="2703" y="2203"/>
                  </a:lnTo>
                  <a:lnTo>
                    <a:pt x="2202" y="2770"/>
                  </a:lnTo>
                  <a:lnTo>
                    <a:pt x="1735" y="3370"/>
                  </a:lnTo>
                  <a:lnTo>
                    <a:pt x="1302" y="4004"/>
                  </a:lnTo>
                  <a:lnTo>
                    <a:pt x="935" y="4705"/>
                  </a:lnTo>
                  <a:lnTo>
                    <a:pt x="634" y="5372"/>
                  </a:lnTo>
                  <a:lnTo>
                    <a:pt x="401" y="6106"/>
                  </a:lnTo>
                  <a:lnTo>
                    <a:pt x="201" y="6840"/>
                  </a:lnTo>
                  <a:lnTo>
                    <a:pt x="100" y="7441"/>
                  </a:lnTo>
                  <a:lnTo>
                    <a:pt x="34" y="8074"/>
                  </a:lnTo>
                  <a:lnTo>
                    <a:pt x="0" y="8675"/>
                  </a:lnTo>
                  <a:lnTo>
                    <a:pt x="0" y="9275"/>
                  </a:lnTo>
                  <a:lnTo>
                    <a:pt x="34" y="9909"/>
                  </a:lnTo>
                  <a:lnTo>
                    <a:pt x="67" y="10510"/>
                  </a:lnTo>
                  <a:lnTo>
                    <a:pt x="201" y="11744"/>
                  </a:lnTo>
                  <a:lnTo>
                    <a:pt x="434" y="13246"/>
                  </a:lnTo>
                  <a:lnTo>
                    <a:pt x="701" y="14747"/>
                  </a:lnTo>
                  <a:lnTo>
                    <a:pt x="1001" y="16248"/>
                  </a:lnTo>
                  <a:lnTo>
                    <a:pt x="1368" y="17716"/>
                  </a:lnTo>
                  <a:lnTo>
                    <a:pt x="1769" y="19184"/>
                  </a:lnTo>
                  <a:lnTo>
                    <a:pt x="2236" y="20652"/>
                  </a:lnTo>
                  <a:lnTo>
                    <a:pt x="2736" y="22087"/>
                  </a:lnTo>
                  <a:lnTo>
                    <a:pt x="3270" y="23521"/>
                  </a:lnTo>
                  <a:lnTo>
                    <a:pt x="3604" y="24322"/>
                  </a:lnTo>
                  <a:lnTo>
                    <a:pt x="3904" y="25156"/>
                  </a:lnTo>
                  <a:lnTo>
                    <a:pt x="4171" y="25990"/>
                  </a:lnTo>
                  <a:lnTo>
                    <a:pt x="4271" y="26390"/>
                  </a:lnTo>
                  <a:lnTo>
                    <a:pt x="4371" y="26824"/>
                  </a:lnTo>
                  <a:lnTo>
                    <a:pt x="4438" y="27558"/>
                  </a:lnTo>
                  <a:lnTo>
                    <a:pt x="4438" y="28292"/>
                  </a:lnTo>
                  <a:lnTo>
                    <a:pt x="4438" y="29026"/>
                  </a:lnTo>
                  <a:lnTo>
                    <a:pt x="4371" y="29760"/>
                  </a:lnTo>
                  <a:lnTo>
                    <a:pt x="3870" y="37700"/>
                  </a:lnTo>
                  <a:lnTo>
                    <a:pt x="7407" y="38268"/>
                  </a:lnTo>
                  <a:lnTo>
                    <a:pt x="7474" y="35832"/>
                  </a:lnTo>
                  <a:lnTo>
                    <a:pt x="7574" y="33363"/>
                  </a:lnTo>
                  <a:lnTo>
                    <a:pt x="7707" y="30894"/>
                  </a:lnTo>
                  <a:lnTo>
                    <a:pt x="7874" y="28459"/>
                  </a:lnTo>
                  <a:lnTo>
                    <a:pt x="7941" y="27725"/>
                  </a:lnTo>
                  <a:lnTo>
                    <a:pt x="8041" y="26958"/>
                  </a:lnTo>
                  <a:lnTo>
                    <a:pt x="8107" y="26591"/>
                  </a:lnTo>
                  <a:lnTo>
                    <a:pt x="8174" y="26257"/>
                  </a:lnTo>
                  <a:lnTo>
                    <a:pt x="8308" y="25890"/>
                  </a:lnTo>
                  <a:lnTo>
                    <a:pt x="8441" y="25556"/>
                  </a:lnTo>
                  <a:lnTo>
                    <a:pt x="8708" y="25023"/>
                  </a:lnTo>
                  <a:lnTo>
                    <a:pt x="9042" y="24556"/>
                  </a:lnTo>
                  <a:lnTo>
                    <a:pt x="9709" y="23588"/>
                  </a:lnTo>
                  <a:lnTo>
                    <a:pt x="10176" y="22954"/>
                  </a:lnTo>
                  <a:lnTo>
                    <a:pt x="10610" y="22254"/>
                  </a:lnTo>
                  <a:lnTo>
                    <a:pt x="11010" y="21553"/>
                  </a:lnTo>
                  <a:lnTo>
                    <a:pt x="11377" y="20852"/>
                  </a:lnTo>
                  <a:lnTo>
                    <a:pt x="11744" y="20118"/>
                  </a:lnTo>
                  <a:lnTo>
                    <a:pt x="12044" y="19384"/>
                  </a:lnTo>
                  <a:lnTo>
                    <a:pt x="12345" y="18617"/>
                  </a:lnTo>
                  <a:lnTo>
                    <a:pt x="12611" y="17850"/>
                  </a:lnTo>
                  <a:lnTo>
                    <a:pt x="12878" y="17082"/>
                  </a:lnTo>
                  <a:lnTo>
                    <a:pt x="13079" y="16315"/>
                  </a:lnTo>
                  <a:lnTo>
                    <a:pt x="13279" y="15514"/>
                  </a:lnTo>
                  <a:lnTo>
                    <a:pt x="13445" y="14714"/>
                  </a:lnTo>
                  <a:lnTo>
                    <a:pt x="13579" y="13913"/>
                  </a:lnTo>
                  <a:lnTo>
                    <a:pt x="13712" y="13112"/>
                  </a:lnTo>
                  <a:lnTo>
                    <a:pt x="13812" y="12311"/>
                  </a:lnTo>
                  <a:lnTo>
                    <a:pt x="13913" y="11511"/>
                  </a:lnTo>
                  <a:lnTo>
                    <a:pt x="13979" y="10477"/>
                  </a:lnTo>
                  <a:lnTo>
                    <a:pt x="14013" y="9442"/>
                  </a:lnTo>
                  <a:lnTo>
                    <a:pt x="13979" y="8441"/>
                  </a:lnTo>
                  <a:lnTo>
                    <a:pt x="13913" y="7407"/>
                  </a:lnTo>
                  <a:lnTo>
                    <a:pt x="13846" y="6907"/>
                  </a:lnTo>
                  <a:lnTo>
                    <a:pt x="13746" y="6406"/>
                  </a:lnTo>
                  <a:lnTo>
                    <a:pt x="13646" y="5906"/>
                  </a:lnTo>
                  <a:lnTo>
                    <a:pt x="13512" y="5439"/>
                  </a:lnTo>
                  <a:lnTo>
                    <a:pt x="13345" y="4938"/>
                  </a:lnTo>
                  <a:lnTo>
                    <a:pt x="13179" y="4471"/>
                  </a:lnTo>
                  <a:lnTo>
                    <a:pt x="12945" y="4004"/>
                  </a:lnTo>
                  <a:lnTo>
                    <a:pt x="12712" y="3571"/>
                  </a:lnTo>
                  <a:lnTo>
                    <a:pt x="12478" y="3137"/>
                  </a:lnTo>
                  <a:lnTo>
                    <a:pt x="12178" y="2703"/>
                  </a:lnTo>
                  <a:lnTo>
                    <a:pt x="11844" y="2303"/>
                  </a:lnTo>
                  <a:lnTo>
                    <a:pt x="11477" y="1936"/>
                  </a:lnTo>
                  <a:lnTo>
                    <a:pt x="11110" y="1569"/>
                  </a:lnTo>
                  <a:lnTo>
                    <a:pt x="10710" y="1268"/>
                  </a:lnTo>
                  <a:lnTo>
                    <a:pt x="10276" y="968"/>
                  </a:lnTo>
                  <a:lnTo>
                    <a:pt x="9842" y="701"/>
                  </a:lnTo>
                  <a:lnTo>
                    <a:pt x="9375" y="468"/>
                  </a:lnTo>
                  <a:lnTo>
                    <a:pt x="8908" y="301"/>
                  </a:lnTo>
                  <a:lnTo>
                    <a:pt x="8441" y="168"/>
                  </a:lnTo>
                  <a:lnTo>
                    <a:pt x="7941" y="34"/>
                  </a:lnTo>
                  <a:lnTo>
                    <a:pt x="7474" y="1"/>
                  </a:lnTo>
                  <a:close/>
                </a:path>
              </a:pathLst>
            </a:custGeom>
            <a:solidFill>
              <a:srgbClr val="E574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8"/>
            <p:cNvSpPr/>
            <p:nvPr/>
          </p:nvSpPr>
          <p:spPr>
            <a:xfrm>
              <a:off x="354050" y="3063900"/>
              <a:ext cx="350325" cy="956700"/>
            </a:xfrm>
            <a:custGeom>
              <a:rect b="b" l="l" r="r" t="t"/>
              <a:pathLst>
                <a:path extrusionOk="0" fill="none" h="38268" w="14013">
                  <a:moveTo>
                    <a:pt x="3870" y="37700"/>
                  </a:moveTo>
                  <a:lnTo>
                    <a:pt x="3870" y="37700"/>
                  </a:lnTo>
                  <a:lnTo>
                    <a:pt x="4371" y="29760"/>
                  </a:lnTo>
                  <a:lnTo>
                    <a:pt x="4371" y="29760"/>
                  </a:lnTo>
                  <a:lnTo>
                    <a:pt x="4438" y="29026"/>
                  </a:lnTo>
                  <a:lnTo>
                    <a:pt x="4438" y="28292"/>
                  </a:lnTo>
                  <a:lnTo>
                    <a:pt x="4438" y="27558"/>
                  </a:lnTo>
                  <a:lnTo>
                    <a:pt x="4371" y="26824"/>
                  </a:lnTo>
                  <a:lnTo>
                    <a:pt x="4371" y="26824"/>
                  </a:lnTo>
                  <a:lnTo>
                    <a:pt x="4271" y="26390"/>
                  </a:lnTo>
                  <a:lnTo>
                    <a:pt x="4171" y="25990"/>
                  </a:lnTo>
                  <a:lnTo>
                    <a:pt x="3904" y="25156"/>
                  </a:lnTo>
                  <a:lnTo>
                    <a:pt x="3604" y="24322"/>
                  </a:lnTo>
                  <a:lnTo>
                    <a:pt x="3270" y="23521"/>
                  </a:lnTo>
                  <a:lnTo>
                    <a:pt x="3270" y="23521"/>
                  </a:lnTo>
                  <a:lnTo>
                    <a:pt x="2736" y="22087"/>
                  </a:lnTo>
                  <a:lnTo>
                    <a:pt x="2236" y="20652"/>
                  </a:lnTo>
                  <a:lnTo>
                    <a:pt x="1769" y="19184"/>
                  </a:lnTo>
                  <a:lnTo>
                    <a:pt x="1368" y="17716"/>
                  </a:lnTo>
                  <a:lnTo>
                    <a:pt x="1001" y="16248"/>
                  </a:lnTo>
                  <a:lnTo>
                    <a:pt x="701" y="14747"/>
                  </a:lnTo>
                  <a:lnTo>
                    <a:pt x="434" y="13246"/>
                  </a:lnTo>
                  <a:lnTo>
                    <a:pt x="201" y="11744"/>
                  </a:lnTo>
                  <a:lnTo>
                    <a:pt x="201" y="11744"/>
                  </a:lnTo>
                  <a:lnTo>
                    <a:pt x="67" y="10510"/>
                  </a:lnTo>
                  <a:lnTo>
                    <a:pt x="34" y="9909"/>
                  </a:lnTo>
                  <a:lnTo>
                    <a:pt x="0" y="9275"/>
                  </a:lnTo>
                  <a:lnTo>
                    <a:pt x="0" y="8675"/>
                  </a:lnTo>
                  <a:lnTo>
                    <a:pt x="34" y="8074"/>
                  </a:lnTo>
                  <a:lnTo>
                    <a:pt x="100" y="7441"/>
                  </a:lnTo>
                  <a:lnTo>
                    <a:pt x="201" y="6840"/>
                  </a:lnTo>
                  <a:lnTo>
                    <a:pt x="201" y="6840"/>
                  </a:lnTo>
                  <a:lnTo>
                    <a:pt x="401" y="6106"/>
                  </a:lnTo>
                  <a:lnTo>
                    <a:pt x="634" y="5372"/>
                  </a:lnTo>
                  <a:lnTo>
                    <a:pt x="935" y="4705"/>
                  </a:lnTo>
                  <a:lnTo>
                    <a:pt x="1302" y="4004"/>
                  </a:lnTo>
                  <a:lnTo>
                    <a:pt x="1735" y="3370"/>
                  </a:lnTo>
                  <a:lnTo>
                    <a:pt x="2202" y="2770"/>
                  </a:lnTo>
                  <a:lnTo>
                    <a:pt x="2703" y="2203"/>
                  </a:lnTo>
                  <a:lnTo>
                    <a:pt x="3237" y="1669"/>
                  </a:lnTo>
                  <a:lnTo>
                    <a:pt x="3237" y="1669"/>
                  </a:lnTo>
                  <a:lnTo>
                    <a:pt x="3870" y="1168"/>
                  </a:lnTo>
                  <a:lnTo>
                    <a:pt x="4204" y="935"/>
                  </a:lnTo>
                  <a:lnTo>
                    <a:pt x="4538" y="735"/>
                  </a:lnTo>
                  <a:lnTo>
                    <a:pt x="4871" y="535"/>
                  </a:lnTo>
                  <a:lnTo>
                    <a:pt x="5238" y="368"/>
                  </a:lnTo>
                  <a:lnTo>
                    <a:pt x="5605" y="234"/>
                  </a:lnTo>
                  <a:lnTo>
                    <a:pt x="5972" y="134"/>
                  </a:lnTo>
                  <a:lnTo>
                    <a:pt x="5972" y="134"/>
                  </a:lnTo>
                  <a:lnTo>
                    <a:pt x="6473" y="34"/>
                  </a:lnTo>
                  <a:lnTo>
                    <a:pt x="6973" y="1"/>
                  </a:lnTo>
                  <a:lnTo>
                    <a:pt x="7474" y="1"/>
                  </a:lnTo>
                  <a:lnTo>
                    <a:pt x="7941" y="34"/>
                  </a:lnTo>
                  <a:lnTo>
                    <a:pt x="8441" y="168"/>
                  </a:lnTo>
                  <a:lnTo>
                    <a:pt x="8908" y="301"/>
                  </a:lnTo>
                  <a:lnTo>
                    <a:pt x="9375" y="468"/>
                  </a:lnTo>
                  <a:lnTo>
                    <a:pt x="9842" y="701"/>
                  </a:lnTo>
                  <a:lnTo>
                    <a:pt x="10276" y="968"/>
                  </a:lnTo>
                  <a:lnTo>
                    <a:pt x="10710" y="1268"/>
                  </a:lnTo>
                  <a:lnTo>
                    <a:pt x="11110" y="1569"/>
                  </a:lnTo>
                  <a:lnTo>
                    <a:pt x="11477" y="1936"/>
                  </a:lnTo>
                  <a:lnTo>
                    <a:pt x="11844" y="2303"/>
                  </a:lnTo>
                  <a:lnTo>
                    <a:pt x="12178" y="2703"/>
                  </a:lnTo>
                  <a:lnTo>
                    <a:pt x="12478" y="3137"/>
                  </a:lnTo>
                  <a:lnTo>
                    <a:pt x="12712" y="3571"/>
                  </a:lnTo>
                  <a:lnTo>
                    <a:pt x="12712" y="3571"/>
                  </a:lnTo>
                  <a:lnTo>
                    <a:pt x="12945" y="4004"/>
                  </a:lnTo>
                  <a:lnTo>
                    <a:pt x="13179" y="4471"/>
                  </a:lnTo>
                  <a:lnTo>
                    <a:pt x="13345" y="4938"/>
                  </a:lnTo>
                  <a:lnTo>
                    <a:pt x="13512" y="5439"/>
                  </a:lnTo>
                  <a:lnTo>
                    <a:pt x="13646" y="5906"/>
                  </a:lnTo>
                  <a:lnTo>
                    <a:pt x="13746" y="6406"/>
                  </a:lnTo>
                  <a:lnTo>
                    <a:pt x="13846" y="6907"/>
                  </a:lnTo>
                  <a:lnTo>
                    <a:pt x="13913" y="7407"/>
                  </a:lnTo>
                  <a:lnTo>
                    <a:pt x="13979" y="8441"/>
                  </a:lnTo>
                  <a:lnTo>
                    <a:pt x="14013" y="9442"/>
                  </a:lnTo>
                  <a:lnTo>
                    <a:pt x="13979" y="10477"/>
                  </a:lnTo>
                  <a:lnTo>
                    <a:pt x="13913" y="11511"/>
                  </a:lnTo>
                  <a:lnTo>
                    <a:pt x="13913" y="11511"/>
                  </a:lnTo>
                  <a:lnTo>
                    <a:pt x="13812" y="12311"/>
                  </a:lnTo>
                  <a:lnTo>
                    <a:pt x="13712" y="13112"/>
                  </a:lnTo>
                  <a:lnTo>
                    <a:pt x="13579" y="13913"/>
                  </a:lnTo>
                  <a:lnTo>
                    <a:pt x="13445" y="14714"/>
                  </a:lnTo>
                  <a:lnTo>
                    <a:pt x="13279" y="15514"/>
                  </a:lnTo>
                  <a:lnTo>
                    <a:pt x="13079" y="16315"/>
                  </a:lnTo>
                  <a:lnTo>
                    <a:pt x="12878" y="17082"/>
                  </a:lnTo>
                  <a:lnTo>
                    <a:pt x="12611" y="17850"/>
                  </a:lnTo>
                  <a:lnTo>
                    <a:pt x="12345" y="18617"/>
                  </a:lnTo>
                  <a:lnTo>
                    <a:pt x="12044" y="19384"/>
                  </a:lnTo>
                  <a:lnTo>
                    <a:pt x="11744" y="20118"/>
                  </a:lnTo>
                  <a:lnTo>
                    <a:pt x="11377" y="20852"/>
                  </a:lnTo>
                  <a:lnTo>
                    <a:pt x="11010" y="21553"/>
                  </a:lnTo>
                  <a:lnTo>
                    <a:pt x="10610" y="22254"/>
                  </a:lnTo>
                  <a:lnTo>
                    <a:pt x="10176" y="22954"/>
                  </a:lnTo>
                  <a:lnTo>
                    <a:pt x="9709" y="23588"/>
                  </a:lnTo>
                  <a:lnTo>
                    <a:pt x="9709" y="23588"/>
                  </a:lnTo>
                  <a:lnTo>
                    <a:pt x="9042" y="24556"/>
                  </a:lnTo>
                  <a:lnTo>
                    <a:pt x="8708" y="25023"/>
                  </a:lnTo>
                  <a:lnTo>
                    <a:pt x="8441" y="25556"/>
                  </a:lnTo>
                  <a:lnTo>
                    <a:pt x="8441" y="25556"/>
                  </a:lnTo>
                  <a:lnTo>
                    <a:pt x="8308" y="25890"/>
                  </a:lnTo>
                  <a:lnTo>
                    <a:pt x="8174" y="26257"/>
                  </a:lnTo>
                  <a:lnTo>
                    <a:pt x="8107" y="26591"/>
                  </a:lnTo>
                  <a:lnTo>
                    <a:pt x="8041" y="26958"/>
                  </a:lnTo>
                  <a:lnTo>
                    <a:pt x="7941" y="27725"/>
                  </a:lnTo>
                  <a:lnTo>
                    <a:pt x="7874" y="28459"/>
                  </a:lnTo>
                  <a:lnTo>
                    <a:pt x="7874" y="28459"/>
                  </a:lnTo>
                  <a:lnTo>
                    <a:pt x="7707" y="30894"/>
                  </a:lnTo>
                  <a:lnTo>
                    <a:pt x="7574" y="33363"/>
                  </a:lnTo>
                  <a:lnTo>
                    <a:pt x="7474" y="35832"/>
                  </a:lnTo>
                  <a:lnTo>
                    <a:pt x="7407" y="3826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8"/>
            <p:cNvSpPr/>
            <p:nvPr/>
          </p:nvSpPr>
          <p:spPr>
            <a:xfrm>
              <a:off x="294000" y="2956300"/>
              <a:ext cx="485450" cy="1065125"/>
            </a:xfrm>
            <a:custGeom>
              <a:rect b="b" l="l" r="r" t="t"/>
              <a:pathLst>
                <a:path extrusionOk="0" h="42605" w="19418">
                  <a:moveTo>
                    <a:pt x="8708" y="1"/>
                  </a:moveTo>
                  <a:lnTo>
                    <a:pt x="8174" y="68"/>
                  </a:lnTo>
                  <a:lnTo>
                    <a:pt x="7674" y="168"/>
                  </a:lnTo>
                  <a:lnTo>
                    <a:pt x="7140" y="335"/>
                  </a:lnTo>
                  <a:lnTo>
                    <a:pt x="6639" y="501"/>
                  </a:lnTo>
                  <a:lnTo>
                    <a:pt x="6172" y="702"/>
                  </a:lnTo>
                  <a:lnTo>
                    <a:pt x="5705" y="935"/>
                  </a:lnTo>
                  <a:lnTo>
                    <a:pt x="5238" y="1235"/>
                  </a:lnTo>
                  <a:lnTo>
                    <a:pt x="4771" y="1536"/>
                  </a:lnTo>
                  <a:lnTo>
                    <a:pt x="4337" y="1903"/>
                  </a:lnTo>
                  <a:lnTo>
                    <a:pt x="3904" y="2270"/>
                  </a:lnTo>
                  <a:lnTo>
                    <a:pt x="3503" y="2670"/>
                  </a:lnTo>
                  <a:lnTo>
                    <a:pt x="3136" y="3104"/>
                  </a:lnTo>
                  <a:lnTo>
                    <a:pt x="2769" y="3537"/>
                  </a:lnTo>
                  <a:lnTo>
                    <a:pt x="2436" y="4004"/>
                  </a:lnTo>
                  <a:lnTo>
                    <a:pt x="2135" y="4472"/>
                  </a:lnTo>
                  <a:lnTo>
                    <a:pt x="1869" y="4972"/>
                  </a:lnTo>
                  <a:lnTo>
                    <a:pt x="1602" y="5472"/>
                  </a:lnTo>
                  <a:lnTo>
                    <a:pt x="1368" y="6006"/>
                  </a:lnTo>
                  <a:lnTo>
                    <a:pt x="1135" y="6507"/>
                  </a:lnTo>
                  <a:lnTo>
                    <a:pt x="934" y="7040"/>
                  </a:lnTo>
                  <a:lnTo>
                    <a:pt x="768" y="7574"/>
                  </a:lnTo>
                  <a:lnTo>
                    <a:pt x="601" y="8141"/>
                  </a:lnTo>
                  <a:lnTo>
                    <a:pt x="467" y="8675"/>
                  </a:lnTo>
                  <a:lnTo>
                    <a:pt x="334" y="9309"/>
                  </a:lnTo>
                  <a:lnTo>
                    <a:pt x="234" y="9943"/>
                  </a:lnTo>
                  <a:lnTo>
                    <a:pt x="134" y="10544"/>
                  </a:lnTo>
                  <a:lnTo>
                    <a:pt x="67" y="11177"/>
                  </a:lnTo>
                  <a:lnTo>
                    <a:pt x="34" y="11811"/>
                  </a:lnTo>
                  <a:lnTo>
                    <a:pt x="0" y="12445"/>
                  </a:lnTo>
                  <a:lnTo>
                    <a:pt x="34" y="13713"/>
                  </a:lnTo>
                  <a:lnTo>
                    <a:pt x="100" y="14981"/>
                  </a:lnTo>
                  <a:lnTo>
                    <a:pt x="267" y="16248"/>
                  </a:lnTo>
                  <a:lnTo>
                    <a:pt x="467" y="17483"/>
                  </a:lnTo>
                  <a:lnTo>
                    <a:pt x="734" y="18751"/>
                  </a:lnTo>
                  <a:lnTo>
                    <a:pt x="1035" y="20052"/>
                  </a:lnTo>
                  <a:lnTo>
                    <a:pt x="1402" y="21386"/>
                  </a:lnTo>
                  <a:lnTo>
                    <a:pt x="1769" y="22687"/>
                  </a:lnTo>
                  <a:lnTo>
                    <a:pt x="2169" y="23989"/>
                  </a:lnTo>
                  <a:lnTo>
                    <a:pt x="2536" y="25190"/>
                  </a:lnTo>
                  <a:lnTo>
                    <a:pt x="2970" y="26357"/>
                  </a:lnTo>
                  <a:lnTo>
                    <a:pt x="3203" y="26924"/>
                  </a:lnTo>
                  <a:lnTo>
                    <a:pt x="3470" y="27492"/>
                  </a:lnTo>
                  <a:lnTo>
                    <a:pt x="3770" y="28025"/>
                  </a:lnTo>
                  <a:lnTo>
                    <a:pt x="4071" y="28559"/>
                  </a:lnTo>
                  <a:lnTo>
                    <a:pt x="4804" y="29627"/>
                  </a:lnTo>
                  <a:lnTo>
                    <a:pt x="5105" y="30194"/>
                  </a:lnTo>
                  <a:lnTo>
                    <a:pt x="5238" y="30461"/>
                  </a:lnTo>
                  <a:lnTo>
                    <a:pt x="5338" y="30795"/>
                  </a:lnTo>
                  <a:lnTo>
                    <a:pt x="5405" y="31095"/>
                  </a:lnTo>
                  <a:lnTo>
                    <a:pt x="5472" y="31428"/>
                  </a:lnTo>
                  <a:lnTo>
                    <a:pt x="5505" y="32096"/>
                  </a:lnTo>
                  <a:lnTo>
                    <a:pt x="5505" y="32763"/>
                  </a:lnTo>
                  <a:lnTo>
                    <a:pt x="5472" y="33430"/>
                  </a:lnTo>
                  <a:lnTo>
                    <a:pt x="5438" y="39135"/>
                  </a:lnTo>
                  <a:lnTo>
                    <a:pt x="5405" y="41904"/>
                  </a:lnTo>
                  <a:lnTo>
                    <a:pt x="5405" y="42004"/>
                  </a:lnTo>
                  <a:lnTo>
                    <a:pt x="5472" y="42071"/>
                  </a:lnTo>
                  <a:lnTo>
                    <a:pt x="5538" y="42104"/>
                  </a:lnTo>
                  <a:lnTo>
                    <a:pt x="5639" y="42138"/>
                  </a:lnTo>
                  <a:lnTo>
                    <a:pt x="5705" y="42104"/>
                  </a:lnTo>
                  <a:lnTo>
                    <a:pt x="5772" y="42071"/>
                  </a:lnTo>
                  <a:lnTo>
                    <a:pt x="5839" y="42004"/>
                  </a:lnTo>
                  <a:lnTo>
                    <a:pt x="5872" y="41904"/>
                  </a:lnTo>
                  <a:lnTo>
                    <a:pt x="5905" y="36299"/>
                  </a:lnTo>
                  <a:lnTo>
                    <a:pt x="5939" y="33530"/>
                  </a:lnTo>
                  <a:lnTo>
                    <a:pt x="5939" y="32229"/>
                  </a:lnTo>
                  <a:lnTo>
                    <a:pt x="5939" y="31595"/>
                  </a:lnTo>
                  <a:lnTo>
                    <a:pt x="5839" y="30961"/>
                  </a:lnTo>
                  <a:lnTo>
                    <a:pt x="5772" y="30661"/>
                  </a:lnTo>
                  <a:lnTo>
                    <a:pt x="5672" y="30394"/>
                  </a:lnTo>
                  <a:lnTo>
                    <a:pt x="5572" y="30127"/>
                  </a:lnTo>
                  <a:lnTo>
                    <a:pt x="5438" y="29860"/>
                  </a:lnTo>
                  <a:lnTo>
                    <a:pt x="5138" y="29327"/>
                  </a:lnTo>
                  <a:lnTo>
                    <a:pt x="4804" y="28826"/>
                  </a:lnTo>
                  <a:lnTo>
                    <a:pt x="4471" y="28326"/>
                  </a:lnTo>
                  <a:lnTo>
                    <a:pt x="4171" y="27792"/>
                  </a:lnTo>
                  <a:lnTo>
                    <a:pt x="3904" y="27258"/>
                  </a:lnTo>
                  <a:lnTo>
                    <a:pt x="3637" y="26724"/>
                  </a:lnTo>
                  <a:lnTo>
                    <a:pt x="3370" y="26124"/>
                  </a:lnTo>
                  <a:lnTo>
                    <a:pt x="3170" y="25523"/>
                  </a:lnTo>
                  <a:lnTo>
                    <a:pt x="2736" y="24322"/>
                  </a:lnTo>
                  <a:lnTo>
                    <a:pt x="2369" y="23121"/>
                  </a:lnTo>
                  <a:lnTo>
                    <a:pt x="2002" y="21920"/>
                  </a:lnTo>
                  <a:lnTo>
                    <a:pt x="1668" y="20652"/>
                  </a:lnTo>
                  <a:lnTo>
                    <a:pt x="1335" y="19385"/>
                  </a:lnTo>
                  <a:lnTo>
                    <a:pt x="1068" y="18117"/>
                  </a:lnTo>
                  <a:lnTo>
                    <a:pt x="801" y="16816"/>
                  </a:lnTo>
                  <a:lnTo>
                    <a:pt x="634" y="15548"/>
                  </a:lnTo>
                  <a:lnTo>
                    <a:pt x="501" y="14247"/>
                  </a:lnTo>
                  <a:lnTo>
                    <a:pt x="467" y="12946"/>
                  </a:lnTo>
                  <a:lnTo>
                    <a:pt x="467" y="12278"/>
                  </a:lnTo>
                  <a:lnTo>
                    <a:pt x="501" y="11611"/>
                  </a:lnTo>
                  <a:lnTo>
                    <a:pt x="601" y="10477"/>
                  </a:lnTo>
                  <a:lnTo>
                    <a:pt x="701" y="9876"/>
                  </a:lnTo>
                  <a:lnTo>
                    <a:pt x="801" y="9309"/>
                  </a:lnTo>
                  <a:lnTo>
                    <a:pt x="934" y="8742"/>
                  </a:lnTo>
                  <a:lnTo>
                    <a:pt x="1068" y="8175"/>
                  </a:lnTo>
                  <a:lnTo>
                    <a:pt x="1235" y="7608"/>
                  </a:lnTo>
                  <a:lnTo>
                    <a:pt x="1435" y="7040"/>
                  </a:lnTo>
                  <a:lnTo>
                    <a:pt x="1635" y="6507"/>
                  </a:lnTo>
                  <a:lnTo>
                    <a:pt x="1869" y="5973"/>
                  </a:lnTo>
                  <a:lnTo>
                    <a:pt x="2135" y="5439"/>
                  </a:lnTo>
                  <a:lnTo>
                    <a:pt x="2402" y="4939"/>
                  </a:lnTo>
                  <a:lnTo>
                    <a:pt x="2703" y="4438"/>
                  </a:lnTo>
                  <a:lnTo>
                    <a:pt x="3036" y="3938"/>
                  </a:lnTo>
                  <a:lnTo>
                    <a:pt x="3403" y="3471"/>
                  </a:lnTo>
                  <a:lnTo>
                    <a:pt x="3804" y="3037"/>
                  </a:lnTo>
                  <a:lnTo>
                    <a:pt x="4171" y="2670"/>
                  </a:lnTo>
                  <a:lnTo>
                    <a:pt x="4571" y="2303"/>
                  </a:lnTo>
                  <a:lnTo>
                    <a:pt x="4971" y="1969"/>
                  </a:lnTo>
                  <a:lnTo>
                    <a:pt x="5405" y="1669"/>
                  </a:lnTo>
                  <a:lnTo>
                    <a:pt x="5839" y="1402"/>
                  </a:lnTo>
                  <a:lnTo>
                    <a:pt x="6306" y="1135"/>
                  </a:lnTo>
                  <a:lnTo>
                    <a:pt x="6773" y="935"/>
                  </a:lnTo>
                  <a:lnTo>
                    <a:pt x="7273" y="768"/>
                  </a:lnTo>
                  <a:lnTo>
                    <a:pt x="7807" y="601"/>
                  </a:lnTo>
                  <a:lnTo>
                    <a:pt x="8374" y="535"/>
                  </a:lnTo>
                  <a:lnTo>
                    <a:pt x="8908" y="468"/>
                  </a:lnTo>
                  <a:lnTo>
                    <a:pt x="9475" y="468"/>
                  </a:lnTo>
                  <a:lnTo>
                    <a:pt x="10009" y="501"/>
                  </a:lnTo>
                  <a:lnTo>
                    <a:pt x="10576" y="601"/>
                  </a:lnTo>
                  <a:lnTo>
                    <a:pt x="11110" y="735"/>
                  </a:lnTo>
                  <a:lnTo>
                    <a:pt x="11644" y="868"/>
                  </a:lnTo>
                  <a:lnTo>
                    <a:pt x="12211" y="1102"/>
                  </a:lnTo>
                  <a:lnTo>
                    <a:pt x="12711" y="1335"/>
                  </a:lnTo>
                  <a:lnTo>
                    <a:pt x="13212" y="1636"/>
                  </a:lnTo>
                  <a:lnTo>
                    <a:pt x="13712" y="1936"/>
                  </a:lnTo>
                  <a:lnTo>
                    <a:pt x="14179" y="2303"/>
                  </a:lnTo>
                  <a:lnTo>
                    <a:pt x="14613" y="2670"/>
                  </a:lnTo>
                  <a:lnTo>
                    <a:pt x="15013" y="3070"/>
                  </a:lnTo>
                  <a:lnTo>
                    <a:pt x="15414" y="3471"/>
                  </a:lnTo>
                  <a:lnTo>
                    <a:pt x="15781" y="3904"/>
                  </a:lnTo>
                  <a:lnTo>
                    <a:pt x="16114" y="4371"/>
                  </a:lnTo>
                  <a:lnTo>
                    <a:pt x="16448" y="4872"/>
                  </a:lnTo>
                  <a:lnTo>
                    <a:pt x="16748" y="5339"/>
                  </a:lnTo>
                  <a:lnTo>
                    <a:pt x="17049" y="5873"/>
                  </a:lnTo>
                  <a:lnTo>
                    <a:pt x="17282" y="6373"/>
                  </a:lnTo>
                  <a:lnTo>
                    <a:pt x="17549" y="6907"/>
                  </a:lnTo>
                  <a:lnTo>
                    <a:pt x="17749" y="7441"/>
                  </a:lnTo>
                  <a:lnTo>
                    <a:pt x="18083" y="8408"/>
                  </a:lnTo>
                  <a:lnTo>
                    <a:pt x="18383" y="9376"/>
                  </a:lnTo>
                  <a:lnTo>
                    <a:pt x="18617" y="10377"/>
                  </a:lnTo>
                  <a:lnTo>
                    <a:pt x="18783" y="11378"/>
                  </a:lnTo>
                  <a:lnTo>
                    <a:pt x="18883" y="12412"/>
                  </a:lnTo>
                  <a:lnTo>
                    <a:pt x="18950" y="13413"/>
                  </a:lnTo>
                  <a:lnTo>
                    <a:pt x="18950" y="14447"/>
                  </a:lnTo>
                  <a:lnTo>
                    <a:pt x="18917" y="15448"/>
                  </a:lnTo>
                  <a:lnTo>
                    <a:pt x="18817" y="16482"/>
                  </a:lnTo>
                  <a:lnTo>
                    <a:pt x="18650" y="17483"/>
                  </a:lnTo>
                  <a:lnTo>
                    <a:pt x="18450" y="18484"/>
                  </a:lnTo>
                  <a:lnTo>
                    <a:pt x="18183" y="19485"/>
                  </a:lnTo>
                  <a:lnTo>
                    <a:pt x="17883" y="20452"/>
                  </a:lnTo>
                  <a:lnTo>
                    <a:pt x="17549" y="21420"/>
                  </a:lnTo>
                  <a:lnTo>
                    <a:pt x="17149" y="22354"/>
                  </a:lnTo>
                  <a:lnTo>
                    <a:pt x="16682" y="23288"/>
                  </a:lnTo>
                  <a:lnTo>
                    <a:pt x="16214" y="24155"/>
                  </a:lnTo>
                  <a:lnTo>
                    <a:pt x="15681" y="25023"/>
                  </a:lnTo>
                  <a:lnTo>
                    <a:pt x="15114" y="25824"/>
                  </a:lnTo>
                  <a:lnTo>
                    <a:pt x="14480" y="26624"/>
                  </a:lnTo>
                  <a:lnTo>
                    <a:pt x="13846" y="27392"/>
                  </a:lnTo>
                  <a:lnTo>
                    <a:pt x="13145" y="28126"/>
                  </a:lnTo>
                  <a:lnTo>
                    <a:pt x="12411" y="28793"/>
                  </a:lnTo>
                  <a:lnTo>
                    <a:pt x="11644" y="29460"/>
                  </a:lnTo>
                  <a:lnTo>
                    <a:pt x="11410" y="29627"/>
                  </a:lnTo>
                  <a:lnTo>
                    <a:pt x="11210" y="29827"/>
                  </a:lnTo>
                  <a:lnTo>
                    <a:pt x="11043" y="30027"/>
                  </a:lnTo>
                  <a:lnTo>
                    <a:pt x="10910" y="30261"/>
                  </a:lnTo>
                  <a:lnTo>
                    <a:pt x="10843" y="30528"/>
                  </a:lnTo>
                  <a:lnTo>
                    <a:pt x="10810" y="30795"/>
                  </a:lnTo>
                  <a:lnTo>
                    <a:pt x="10776" y="31328"/>
                  </a:lnTo>
                  <a:lnTo>
                    <a:pt x="10676" y="34097"/>
                  </a:lnTo>
                  <a:lnTo>
                    <a:pt x="10509" y="39636"/>
                  </a:lnTo>
                  <a:lnTo>
                    <a:pt x="10443" y="42371"/>
                  </a:lnTo>
                  <a:lnTo>
                    <a:pt x="10443" y="42471"/>
                  </a:lnTo>
                  <a:lnTo>
                    <a:pt x="10509" y="42538"/>
                  </a:lnTo>
                  <a:lnTo>
                    <a:pt x="10576" y="42572"/>
                  </a:lnTo>
                  <a:lnTo>
                    <a:pt x="10643" y="42605"/>
                  </a:lnTo>
                  <a:lnTo>
                    <a:pt x="10743" y="42572"/>
                  </a:lnTo>
                  <a:lnTo>
                    <a:pt x="10810" y="42538"/>
                  </a:lnTo>
                  <a:lnTo>
                    <a:pt x="10876" y="42471"/>
                  </a:lnTo>
                  <a:lnTo>
                    <a:pt x="10876" y="42371"/>
                  </a:lnTo>
                  <a:lnTo>
                    <a:pt x="11043" y="36700"/>
                  </a:lnTo>
                  <a:lnTo>
                    <a:pt x="11143" y="33864"/>
                  </a:lnTo>
                  <a:lnTo>
                    <a:pt x="11243" y="31028"/>
                  </a:lnTo>
                  <a:lnTo>
                    <a:pt x="11277" y="30694"/>
                  </a:lnTo>
                  <a:lnTo>
                    <a:pt x="11377" y="30428"/>
                  </a:lnTo>
                  <a:lnTo>
                    <a:pt x="11510" y="30194"/>
                  </a:lnTo>
                  <a:lnTo>
                    <a:pt x="11744" y="29960"/>
                  </a:lnTo>
                  <a:lnTo>
                    <a:pt x="12611" y="29260"/>
                  </a:lnTo>
                  <a:lnTo>
                    <a:pt x="13379" y="28526"/>
                  </a:lnTo>
                  <a:lnTo>
                    <a:pt x="14113" y="27792"/>
                  </a:lnTo>
                  <a:lnTo>
                    <a:pt x="14780" y="27025"/>
                  </a:lnTo>
                  <a:lnTo>
                    <a:pt x="15414" y="26224"/>
                  </a:lnTo>
                  <a:lnTo>
                    <a:pt x="15981" y="25390"/>
                  </a:lnTo>
                  <a:lnTo>
                    <a:pt x="16515" y="24522"/>
                  </a:lnTo>
                  <a:lnTo>
                    <a:pt x="17015" y="23622"/>
                  </a:lnTo>
                  <a:lnTo>
                    <a:pt x="17482" y="22721"/>
                  </a:lnTo>
                  <a:lnTo>
                    <a:pt x="17883" y="21787"/>
                  </a:lnTo>
                  <a:lnTo>
                    <a:pt x="18250" y="20819"/>
                  </a:lnTo>
                  <a:lnTo>
                    <a:pt x="18583" y="19852"/>
                  </a:lnTo>
                  <a:lnTo>
                    <a:pt x="18850" y="18851"/>
                  </a:lnTo>
                  <a:lnTo>
                    <a:pt x="19050" y="17850"/>
                  </a:lnTo>
                  <a:lnTo>
                    <a:pt x="19217" y="16816"/>
                  </a:lnTo>
                  <a:lnTo>
                    <a:pt x="19351" y="15815"/>
                  </a:lnTo>
                  <a:lnTo>
                    <a:pt x="19417" y="14781"/>
                  </a:lnTo>
                  <a:lnTo>
                    <a:pt x="19417" y="13746"/>
                  </a:lnTo>
                  <a:lnTo>
                    <a:pt x="19384" y="12745"/>
                  </a:lnTo>
                  <a:lnTo>
                    <a:pt x="19284" y="11711"/>
                  </a:lnTo>
                  <a:lnTo>
                    <a:pt x="19117" y="10710"/>
                  </a:lnTo>
                  <a:lnTo>
                    <a:pt x="18917" y="9709"/>
                  </a:lnTo>
                  <a:lnTo>
                    <a:pt x="18650" y="8709"/>
                  </a:lnTo>
                  <a:lnTo>
                    <a:pt x="18316" y="7608"/>
                  </a:lnTo>
                  <a:lnTo>
                    <a:pt x="17883" y="6540"/>
                  </a:lnTo>
                  <a:lnTo>
                    <a:pt x="17649" y="6040"/>
                  </a:lnTo>
                  <a:lnTo>
                    <a:pt x="17382" y="5539"/>
                  </a:lnTo>
                  <a:lnTo>
                    <a:pt x="17115" y="5039"/>
                  </a:lnTo>
                  <a:lnTo>
                    <a:pt x="16782" y="4538"/>
                  </a:lnTo>
                  <a:lnTo>
                    <a:pt x="16481" y="4071"/>
                  </a:lnTo>
                  <a:lnTo>
                    <a:pt x="16148" y="3604"/>
                  </a:lnTo>
                  <a:lnTo>
                    <a:pt x="15781" y="3170"/>
                  </a:lnTo>
                  <a:lnTo>
                    <a:pt x="15380" y="2770"/>
                  </a:lnTo>
                  <a:lnTo>
                    <a:pt x="14980" y="2370"/>
                  </a:lnTo>
                  <a:lnTo>
                    <a:pt x="14546" y="2003"/>
                  </a:lnTo>
                  <a:lnTo>
                    <a:pt x="14079" y="1636"/>
                  </a:lnTo>
                  <a:lnTo>
                    <a:pt x="13612" y="1335"/>
                  </a:lnTo>
                  <a:lnTo>
                    <a:pt x="13112" y="1035"/>
                  </a:lnTo>
                  <a:lnTo>
                    <a:pt x="12578" y="768"/>
                  </a:lnTo>
                  <a:lnTo>
                    <a:pt x="12078" y="535"/>
                  </a:lnTo>
                  <a:lnTo>
                    <a:pt x="11510" y="368"/>
                  </a:lnTo>
                  <a:lnTo>
                    <a:pt x="10943" y="201"/>
                  </a:lnTo>
                  <a:lnTo>
                    <a:pt x="10376" y="101"/>
                  </a:lnTo>
                  <a:lnTo>
                    <a:pt x="9809" y="34"/>
                  </a:lnTo>
                  <a:lnTo>
                    <a:pt x="924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8"/>
            <p:cNvSpPr/>
            <p:nvPr/>
          </p:nvSpPr>
          <p:spPr>
            <a:xfrm>
              <a:off x="469150" y="3417550"/>
              <a:ext cx="34225" cy="600550"/>
            </a:xfrm>
            <a:custGeom>
              <a:rect b="b" l="l" r="r" t="t"/>
              <a:pathLst>
                <a:path extrusionOk="0" h="24022" w="1369">
                  <a:moveTo>
                    <a:pt x="134" y="0"/>
                  </a:moveTo>
                  <a:lnTo>
                    <a:pt x="67" y="34"/>
                  </a:lnTo>
                  <a:lnTo>
                    <a:pt x="0" y="101"/>
                  </a:lnTo>
                  <a:lnTo>
                    <a:pt x="0" y="201"/>
                  </a:lnTo>
                  <a:lnTo>
                    <a:pt x="234" y="2503"/>
                  </a:lnTo>
                  <a:lnTo>
                    <a:pt x="434" y="4771"/>
                  </a:lnTo>
                  <a:lnTo>
                    <a:pt x="601" y="7073"/>
                  </a:lnTo>
                  <a:lnTo>
                    <a:pt x="701" y="9375"/>
                  </a:lnTo>
                  <a:lnTo>
                    <a:pt x="801" y="11677"/>
                  </a:lnTo>
                  <a:lnTo>
                    <a:pt x="868" y="13979"/>
                  </a:lnTo>
                  <a:lnTo>
                    <a:pt x="901" y="16248"/>
                  </a:lnTo>
                  <a:lnTo>
                    <a:pt x="901" y="18550"/>
                  </a:lnTo>
                  <a:lnTo>
                    <a:pt x="868" y="21186"/>
                  </a:lnTo>
                  <a:lnTo>
                    <a:pt x="768" y="23821"/>
                  </a:lnTo>
                  <a:lnTo>
                    <a:pt x="801" y="23921"/>
                  </a:lnTo>
                  <a:lnTo>
                    <a:pt x="834" y="23988"/>
                  </a:lnTo>
                  <a:lnTo>
                    <a:pt x="901" y="24021"/>
                  </a:lnTo>
                  <a:lnTo>
                    <a:pt x="1101" y="24021"/>
                  </a:lnTo>
                  <a:lnTo>
                    <a:pt x="1168" y="23988"/>
                  </a:lnTo>
                  <a:lnTo>
                    <a:pt x="1201" y="23921"/>
                  </a:lnTo>
                  <a:lnTo>
                    <a:pt x="1235" y="23821"/>
                  </a:lnTo>
                  <a:lnTo>
                    <a:pt x="1302" y="21519"/>
                  </a:lnTo>
                  <a:lnTo>
                    <a:pt x="1368" y="19217"/>
                  </a:lnTo>
                  <a:lnTo>
                    <a:pt x="1368" y="16915"/>
                  </a:lnTo>
                  <a:lnTo>
                    <a:pt x="1335" y="14613"/>
                  </a:lnTo>
                  <a:lnTo>
                    <a:pt x="1302" y="12311"/>
                  </a:lnTo>
                  <a:lnTo>
                    <a:pt x="1201" y="10043"/>
                  </a:lnTo>
                  <a:lnTo>
                    <a:pt x="1101" y="7741"/>
                  </a:lnTo>
                  <a:lnTo>
                    <a:pt x="935" y="5439"/>
                  </a:lnTo>
                  <a:lnTo>
                    <a:pt x="734" y="2836"/>
                  </a:lnTo>
                  <a:lnTo>
                    <a:pt x="467" y="201"/>
                  </a:lnTo>
                  <a:lnTo>
                    <a:pt x="434" y="101"/>
                  </a:lnTo>
                  <a:lnTo>
                    <a:pt x="367" y="34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8"/>
            <p:cNvSpPr/>
            <p:nvPr/>
          </p:nvSpPr>
          <p:spPr>
            <a:xfrm>
              <a:off x="377400" y="3194025"/>
              <a:ext cx="308625" cy="833250"/>
            </a:xfrm>
            <a:custGeom>
              <a:rect b="b" l="l" r="r" t="t"/>
              <a:pathLst>
                <a:path extrusionOk="0" h="33330" w="12345">
                  <a:moveTo>
                    <a:pt x="5172" y="467"/>
                  </a:moveTo>
                  <a:lnTo>
                    <a:pt x="5472" y="534"/>
                  </a:lnTo>
                  <a:lnTo>
                    <a:pt x="5739" y="668"/>
                  </a:lnTo>
                  <a:lnTo>
                    <a:pt x="5972" y="834"/>
                  </a:lnTo>
                  <a:lnTo>
                    <a:pt x="6139" y="1035"/>
                  </a:lnTo>
                  <a:lnTo>
                    <a:pt x="6306" y="1301"/>
                  </a:lnTo>
                  <a:lnTo>
                    <a:pt x="6373" y="1568"/>
                  </a:lnTo>
                  <a:lnTo>
                    <a:pt x="6406" y="1668"/>
                  </a:lnTo>
                  <a:lnTo>
                    <a:pt x="6440" y="1702"/>
                  </a:lnTo>
                  <a:lnTo>
                    <a:pt x="6239" y="2102"/>
                  </a:lnTo>
                  <a:lnTo>
                    <a:pt x="6173" y="2302"/>
                  </a:lnTo>
                  <a:lnTo>
                    <a:pt x="6106" y="2536"/>
                  </a:lnTo>
                  <a:lnTo>
                    <a:pt x="6106" y="2636"/>
                  </a:lnTo>
                  <a:lnTo>
                    <a:pt x="6139" y="2703"/>
                  </a:lnTo>
                  <a:lnTo>
                    <a:pt x="6206" y="2769"/>
                  </a:lnTo>
                  <a:lnTo>
                    <a:pt x="6273" y="2803"/>
                  </a:lnTo>
                  <a:lnTo>
                    <a:pt x="6440" y="2803"/>
                  </a:lnTo>
                  <a:lnTo>
                    <a:pt x="6506" y="2736"/>
                  </a:lnTo>
                  <a:lnTo>
                    <a:pt x="6540" y="2636"/>
                  </a:lnTo>
                  <a:lnTo>
                    <a:pt x="6673" y="2302"/>
                  </a:lnTo>
                  <a:lnTo>
                    <a:pt x="6806" y="2002"/>
                  </a:lnTo>
                  <a:lnTo>
                    <a:pt x="7040" y="1702"/>
                  </a:lnTo>
                  <a:lnTo>
                    <a:pt x="7274" y="1435"/>
                  </a:lnTo>
                  <a:lnTo>
                    <a:pt x="7574" y="1235"/>
                  </a:lnTo>
                  <a:lnTo>
                    <a:pt x="7907" y="1068"/>
                  </a:lnTo>
                  <a:lnTo>
                    <a:pt x="8241" y="1001"/>
                  </a:lnTo>
                  <a:lnTo>
                    <a:pt x="8608" y="1001"/>
                  </a:lnTo>
                  <a:lnTo>
                    <a:pt x="8808" y="1035"/>
                  </a:lnTo>
                  <a:lnTo>
                    <a:pt x="9008" y="1135"/>
                  </a:lnTo>
                  <a:lnTo>
                    <a:pt x="9142" y="1268"/>
                  </a:lnTo>
                  <a:lnTo>
                    <a:pt x="9242" y="1435"/>
                  </a:lnTo>
                  <a:lnTo>
                    <a:pt x="9309" y="1602"/>
                  </a:lnTo>
                  <a:lnTo>
                    <a:pt x="9342" y="1802"/>
                  </a:lnTo>
                  <a:lnTo>
                    <a:pt x="9375" y="2202"/>
                  </a:lnTo>
                  <a:lnTo>
                    <a:pt x="9342" y="2636"/>
                  </a:lnTo>
                  <a:lnTo>
                    <a:pt x="9242" y="3036"/>
                  </a:lnTo>
                  <a:lnTo>
                    <a:pt x="9075" y="3403"/>
                  </a:lnTo>
                  <a:lnTo>
                    <a:pt x="8842" y="3737"/>
                  </a:lnTo>
                  <a:lnTo>
                    <a:pt x="8775" y="3837"/>
                  </a:lnTo>
                  <a:lnTo>
                    <a:pt x="8775" y="3904"/>
                  </a:lnTo>
                  <a:lnTo>
                    <a:pt x="8775" y="4004"/>
                  </a:lnTo>
                  <a:lnTo>
                    <a:pt x="8842" y="4070"/>
                  </a:lnTo>
                  <a:lnTo>
                    <a:pt x="8908" y="4104"/>
                  </a:lnTo>
                  <a:lnTo>
                    <a:pt x="8975" y="4137"/>
                  </a:lnTo>
                  <a:lnTo>
                    <a:pt x="9075" y="4104"/>
                  </a:lnTo>
                  <a:lnTo>
                    <a:pt x="9142" y="4070"/>
                  </a:lnTo>
                  <a:lnTo>
                    <a:pt x="9275" y="3970"/>
                  </a:lnTo>
                  <a:lnTo>
                    <a:pt x="9442" y="3870"/>
                  </a:lnTo>
                  <a:lnTo>
                    <a:pt x="9742" y="3770"/>
                  </a:lnTo>
                  <a:lnTo>
                    <a:pt x="10076" y="3737"/>
                  </a:lnTo>
                  <a:lnTo>
                    <a:pt x="10376" y="3770"/>
                  </a:lnTo>
                  <a:lnTo>
                    <a:pt x="10710" y="3870"/>
                  </a:lnTo>
                  <a:lnTo>
                    <a:pt x="11010" y="4004"/>
                  </a:lnTo>
                  <a:lnTo>
                    <a:pt x="11277" y="4204"/>
                  </a:lnTo>
                  <a:lnTo>
                    <a:pt x="11477" y="4471"/>
                  </a:lnTo>
                  <a:lnTo>
                    <a:pt x="11677" y="4771"/>
                  </a:lnTo>
                  <a:lnTo>
                    <a:pt x="11778" y="5071"/>
                  </a:lnTo>
                  <a:lnTo>
                    <a:pt x="11878" y="5405"/>
                  </a:lnTo>
                  <a:lnTo>
                    <a:pt x="11911" y="5772"/>
                  </a:lnTo>
                  <a:lnTo>
                    <a:pt x="11878" y="6106"/>
                  </a:lnTo>
                  <a:lnTo>
                    <a:pt x="11844" y="6473"/>
                  </a:lnTo>
                  <a:lnTo>
                    <a:pt x="11744" y="6773"/>
                  </a:lnTo>
                  <a:lnTo>
                    <a:pt x="11611" y="7106"/>
                  </a:lnTo>
                  <a:lnTo>
                    <a:pt x="11477" y="7307"/>
                  </a:lnTo>
                  <a:lnTo>
                    <a:pt x="11344" y="7507"/>
                  </a:lnTo>
                  <a:lnTo>
                    <a:pt x="11177" y="7674"/>
                  </a:lnTo>
                  <a:lnTo>
                    <a:pt x="10977" y="7807"/>
                  </a:lnTo>
                  <a:lnTo>
                    <a:pt x="10777" y="7941"/>
                  </a:lnTo>
                  <a:lnTo>
                    <a:pt x="10576" y="8007"/>
                  </a:lnTo>
                  <a:lnTo>
                    <a:pt x="10343" y="8074"/>
                  </a:lnTo>
                  <a:lnTo>
                    <a:pt x="10143" y="8074"/>
                  </a:lnTo>
                  <a:lnTo>
                    <a:pt x="9876" y="8007"/>
                  </a:lnTo>
                  <a:lnTo>
                    <a:pt x="9642" y="7907"/>
                  </a:lnTo>
                  <a:lnTo>
                    <a:pt x="9442" y="7774"/>
                  </a:lnTo>
                  <a:lnTo>
                    <a:pt x="9242" y="7607"/>
                  </a:lnTo>
                  <a:lnTo>
                    <a:pt x="9042" y="7440"/>
                  </a:lnTo>
                  <a:lnTo>
                    <a:pt x="8875" y="7240"/>
                  </a:lnTo>
                  <a:lnTo>
                    <a:pt x="8708" y="7040"/>
                  </a:lnTo>
                  <a:lnTo>
                    <a:pt x="8575" y="6806"/>
                  </a:lnTo>
                  <a:lnTo>
                    <a:pt x="8541" y="6739"/>
                  </a:lnTo>
                  <a:lnTo>
                    <a:pt x="8441" y="6706"/>
                  </a:lnTo>
                  <a:lnTo>
                    <a:pt x="8375" y="6673"/>
                  </a:lnTo>
                  <a:lnTo>
                    <a:pt x="8274" y="6706"/>
                  </a:lnTo>
                  <a:lnTo>
                    <a:pt x="8208" y="6773"/>
                  </a:lnTo>
                  <a:lnTo>
                    <a:pt x="8174" y="6873"/>
                  </a:lnTo>
                  <a:lnTo>
                    <a:pt x="8174" y="6940"/>
                  </a:lnTo>
                  <a:lnTo>
                    <a:pt x="8208" y="7040"/>
                  </a:lnTo>
                  <a:lnTo>
                    <a:pt x="8308" y="7240"/>
                  </a:lnTo>
                  <a:lnTo>
                    <a:pt x="8441" y="7440"/>
                  </a:lnTo>
                  <a:lnTo>
                    <a:pt x="8341" y="7507"/>
                  </a:lnTo>
                  <a:lnTo>
                    <a:pt x="8241" y="7607"/>
                  </a:lnTo>
                  <a:lnTo>
                    <a:pt x="8174" y="7740"/>
                  </a:lnTo>
                  <a:lnTo>
                    <a:pt x="8074" y="7974"/>
                  </a:lnTo>
                  <a:lnTo>
                    <a:pt x="7974" y="8107"/>
                  </a:lnTo>
                  <a:lnTo>
                    <a:pt x="7841" y="8241"/>
                  </a:lnTo>
                  <a:lnTo>
                    <a:pt x="7707" y="8341"/>
                  </a:lnTo>
                  <a:lnTo>
                    <a:pt x="7574" y="8408"/>
                  </a:lnTo>
                  <a:lnTo>
                    <a:pt x="7374" y="8474"/>
                  </a:lnTo>
                  <a:lnTo>
                    <a:pt x="7207" y="8541"/>
                  </a:lnTo>
                  <a:lnTo>
                    <a:pt x="6806" y="8541"/>
                  </a:lnTo>
                  <a:lnTo>
                    <a:pt x="6640" y="8508"/>
                  </a:lnTo>
                  <a:lnTo>
                    <a:pt x="6473" y="8474"/>
                  </a:lnTo>
                  <a:lnTo>
                    <a:pt x="6306" y="8408"/>
                  </a:lnTo>
                  <a:lnTo>
                    <a:pt x="6139" y="8308"/>
                  </a:lnTo>
                  <a:lnTo>
                    <a:pt x="5839" y="8074"/>
                  </a:lnTo>
                  <a:lnTo>
                    <a:pt x="5572" y="7774"/>
                  </a:lnTo>
                  <a:lnTo>
                    <a:pt x="5372" y="7440"/>
                  </a:lnTo>
                  <a:lnTo>
                    <a:pt x="5205" y="7106"/>
                  </a:lnTo>
                  <a:lnTo>
                    <a:pt x="5138" y="7006"/>
                  </a:lnTo>
                  <a:lnTo>
                    <a:pt x="5005" y="6940"/>
                  </a:lnTo>
                  <a:lnTo>
                    <a:pt x="4871" y="6973"/>
                  </a:lnTo>
                  <a:lnTo>
                    <a:pt x="4838" y="7006"/>
                  </a:lnTo>
                  <a:lnTo>
                    <a:pt x="4771" y="7040"/>
                  </a:lnTo>
                  <a:lnTo>
                    <a:pt x="4538" y="7440"/>
                  </a:lnTo>
                  <a:lnTo>
                    <a:pt x="4271" y="7774"/>
                  </a:lnTo>
                  <a:lnTo>
                    <a:pt x="3971" y="8107"/>
                  </a:lnTo>
                  <a:lnTo>
                    <a:pt x="3604" y="8341"/>
                  </a:lnTo>
                  <a:lnTo>
                    <a:pt x="3237" y="8541"/>
                  </a:lnTo>
                  <a:lnTo>
                    <a:pt x="3003" y="8641"/>
                  </a:lnTo>
                  <a:lnTo>
                    <a:pt x="2803" y="8675"/>
                  </a:lnTo>
                  <a:lnTo>
                    <a:pt x="2603" y="8708"/>
                  </a:lnTo>
                  <a:lnTo>
                    <a:pt x="2369" y="8708"/>
                  </a:lnTo>
                  <a:lnTo>
                    <a:pt x="2136" y="8675"/>
                  </a:lnTo>
                  <a:lnTo>
                    <a:pt x="1902" y="8608"/>
                  </a:lnTo>
                  <a:lnTo>
                    <a:pt x="1735" y="8541"/>
                  </a:lnTo>
                  <a:lnTo>
                    <a:pt x="1569" y="8441"/>
                  </a:lnTo>
                  <a:lnTo>
                    <a:pt x="1402" y="8341"/>
                  </a:lnTo>
                  <a:lnTo>
                    <a:pt x="1268" y="8207"/>
                  </a:lnTo>
                  <a:lnTo>
                    <a:pt x="1135" y="8074"/>
                  </a:lnTo>
                  <a:lnTo>
                    <a:pt x="1035" y="7907"/>
                  </a:lnTo>
                  <a:lnTo>
                    <a:pt x="968" y="7707"/>
                  </a:lnTo>
                  <a:lnTo>
                    <a:pt x="935" y="7507"/>
                  </a:lnTo>
                  <a:lnTo>
                    <a:pt x="935" y="7340"/>
                  </a:lnTo>
                  <a:lnTo>
                    <a:pt x="935" y="7140"/>
                  </a:lnTo>
                  <a:lnTo>
                    <a:pt x="1001" y="6973"/>
                  </a:lnTo>
                  <a:lnTo>
                    <a:pt x="1068" y="6806"/>
                  </a:lnTo>
                  <a:lnTo>
                    <a:pt x="1168" y="6639"/>
                  </a:lnTo>
                  <a:lnTo>
                    <a:pt x="1268" y="6506"/>
                  </a:lnTo>
                  <a:lnTo>
                    <a:pt x="1402" y="6373"/>
                  </a:lnTo>
                  <a:lnTo>
                    <a:pt x="1569" y="6306"/>
                  </a:lnTo>
                  <a:lnTo>
                    <a:pt x="1635" y="6272"/>
                  </a:lnTo>
                  <a:lnTo>
                    <a:pt x="1702" y="6206"/>
                  </a:lnTo>
                  <a:lnTo>
                    <a:pt x="1735" y="6139"/>
                  </a:lnTo>
                  <a:lnTo>
                    <a:pt x="1735" y="6072"/>
                  </a:lnTo>
                  <a:lnTo>
                    <a:pt x="1735" y="6006"/>
                  </a:lnTo>
                  <a:lnTo>
                    <a:pt x="1702" y="5939"/>
                  </a:lnTo>
                  <a:lnTo>
                    <a:pt x="1669" y="5905"/>
                  </a:lnTo>
                  <a:lnTo>
                    <a:pt x="1569" y="5872"/>
                  </a:lnTo>
                  <a:lnTo>
                    <a:pt x="1402" y="5772"/>
                  </a:lnTo>
                  <a:lnTo>
                    <a:pt x="1235" y="5672"/>
                  </a:lnTo>
                  <a:lnTo>
                    <a:pt x="1102" y="5572"/>
                  </a:lnTo>
                  <a:lnTo>
                    <a:pt x="968" y="5438"/>
                  </a:lnTo>
                  <a:lnTo>
                    <a:pt x="735" y="5138"/>
                  </a:lnTo>
                  <a:lnTo>
                    <a:pt x="568" y="4804"/>
                  </a:lnTo>
                  <a:lnTo>
                    <a:pt x="468" y="4437"/>
                  </a:lnTo>
                  <a:lnTo>
                    <a:pt x="434" y="4237"/>
                  </a:lnTo>
                  <a:lnTo>
                    <a:pt x="434" y="4037"/>
                  </a:lnTo>
                  <a:lnTo>
                    <a:pt x="468" y="3870"/>
                  </a:lnTo>
                  <a:lnTo>
                    <a:pt x="501" y="3670"/>
                  </a:lnTo>
                  <a:lnTo>
                    <a:pt x="568" y="3503"/>
                  </a:lnTo>
                  <a:lnTo>
                    <a:pt x="668" y="3337"/>
                  </a:lnTo>
                  <a:lnTo>
                    <a:pt x="768" y="3170"/>
                  </a:lnTo>
                  <a:lnTo>
                    <a:pt x="901" y="3036"/>
                  </a:lnTo>
                  <a:lnTo>
                    <a:pt x="1035" y="2903"/>
                  </a:lnTo>
                  <a:lnTo>
                    <a:pt x="1168" y="2803"/>
                  </a:lnTo>
                  <a:lnTo>
                    <a:pt x="1502" y="2636"/>
                  </a:lnTo>
                  <a:lnTo>
                    <a:pt x="1869" y="2569"/>
                  </a:lnTo>
                  <a:lnTo>
                    <a:pt x="2236" y="2536"/>
                  </a:lnTo>
                  <a:lnTo>
                    <a:pt x="2603" y="2569"/>
                  </a:lnTo>
                  <a:lnTo>
                    <a:pt x="2936" y="2703"/>
                  </a:lnTo>
                  <a:lnTo>
                    <a:pt x="3103" y="2769"/>
                  </a:lnTo>
                  <a:lnTo>
                    <a:pt x="3270" y="2869"/>
                  </a:lnTo>
                  <a:lnTo>
                    <a:pt x="3337" y="2903"/>
                  </a:lnTo>
                  <a:lnTo>
                    <a:pt x="3437" y="2903"/>
                  </a:lnTo>
                  <a:lnTo>
                    <a:pt x="3504" y="2869"/>
                  </a:lnTo>
                  <a:lnTo>
                    <a:pt x="3570" y="2736"/>
                  </a:lnTo>
                  <a:lnTo>
                    <a:pt x="3604" y="2669"/>
                  </a:lnTo>
                  <a:lnTo>
                    <a:pt x="3604" y="2603"/>
                  </a:lnTo>
                  <a:lnTo>
                    <a:pt x="3537" y="2302"/>
                  </a:lnTo>
                  <a:lnTo>
                    <a:pt x="3537" y="2002"/>
                  </a:lnTo>
                  <a:lnTo>
                    <a:pt x="3604" y="1668"/>
                  </a:lnTo>
                  <a:lnTo>
                    <a:pt x="3704" y="1368"/>
                  </a:lnTo>
                  <a:lnTo>
                    <a:pt x="3871" y="1101"/>
                  </a:lnTo>
                  <a:lnTo>
                    <a:pt x="4071" y="868"/>
                  </a:lnTo>
                  <a:lnTo>
                    <a:pt x="4304" y="668"/>
                  </a:lnTo>
                  <a:lnTo>
                    <a:pt x="4571" y="534"/>
                  </a:lnTo>
                  <a:lnTo>
                    <a:pt x="4871" y="467"/>
                  </a:lnTo>
                  <a:close/>
                  <a:moveTo>
                    <a:pt x="4805" y="0"/>
                  </a:moveTo>
                  <a:lnTo>
                    <a:pt x="4638" y="34"/>
                  </a:lnTo>
                  <a:lnTo>
                    <a:pt x="4471" y="67"/>
                  </a:lnTo>
                  <a:lnTo>
                    <a:pt x="4137" y="234"/>
                  </a:lnTo>
                  <a:lnTo>
                    <a:pt x="3871" y="401"/>
                  </a:lnTo>
                  <a:lnTo>
                    <a:pt x="3637" y="668"/>
                  </a:lnTo>
                  <a:lnTo>
                    <a:pt x="3437" y="934"/>
                  </a:lnTo>
                  <a:lnTo>
                    <a:pt x="3270" y="1235"/>
                  </a:lnTo>
                  <a:lnTo>
                    <a:pt x="3170" y="1568"/>
                  </a:lnTo>
                  <a:lnTo>
                    <a:pt x="3103" y="1902"/>
                  </a:lnTo>
                  <a:lnTo>
                    <a:pt x="3103" y="2236"/>
                  </a:lnTo>
                  <a:lnTo>
                    <a:pt x="2703" y="2102"/>
                  </a:lnTo>
                  <a:lnTo>
                    <a:pt x="2303" y="2069"/>
                  </a:lnTo>
                  <a:lnTo>
                    <a:pt x="1902" y="2102"/>
                  </a:lnTo>
                  <a:lnTo>
                    <a:pt x="1502" y="2169"/>
                  </a:lnTo>
                  <a:lnTo>
                    <a:pt x="1102" y="2336"/>
                  </a:lnTo>
                  <a:lnTo>
                    <a:pt x="768" y="2536"/>
                  </a:lnTo>
                  <a:lnTo>
                    <a:pt x="601" y="2669"/>
                  </a:lnTo>
                  <a:lnTo>
                    <a:pt x="468" y="2836"/>
                  </a:lnTo>
                  <a:lnTo>
                    <a:pt x="334" y="3003"/>
                  </a:lnTo>
                  <a:lnTo>
                    <a:pt x="234" y="3170"/>
                  </a:lnTo>
                  <a:lnTo>
                    <a:pt x="134" y="3370"/>
                  </a:lnTo>
                  <a:lnTo>
                    <a:pt x="67" y="3570"/>
                  </a:lnTo>
                  <a:lnTo>
                    <a:pt x="34" y="3770"/>
                  </a:lnTo>
                  <a:lnTo>
                    <a:pt x="1" y="3970"/>
                  </a:lnTo>
                  <a:lnTo>
                    <a:pt x="1" y="4371"/>
                  </a:lnTo>
                  <a:lnTo>
                    <a:pt x="67" y="4771"/>
                  </a:lnTo>
                  <a:lnTo>
                    <a:pt x="234" y="5171"/>
                  </a:lnTo>
                  <a:lnTo>
                    <a:pt x="434" y="5538"/>
                  </a:lnTo>
                  <a:lnTo>
                    <a:pt x="735" y="5839"/>
                  </a:lnTo>
                  <a:lnTo>
                    <a:pt x="1035" y="6106"/>
                  </a:lnTo>
                  <a:lnTo>
                    <a:pt x="801" y="6339"/>
                  </a:lnTo>
                  <a:lnTo>
                    <a:pt x="634" y="6639"/>
                  </a:lnTo>
                  <a:lnTo>
                    <a:pt x="534" y="6973"/>
                  </a:lnTo>
                  <a:lnTo>
                    <a:pt x="468" y="7307"/>
                  </a:lnTo>
                  <a:lnTo>
                    <a:pt x="468" y="7574"/>
                  </a:lnTo>
                  <a:lnTo>
                    <a:pt x="534" y="7807"/>
                  </a:lnTo>
                  <a:lnTo>
                    <a:pt x="601" y="8041"/>
                  </a:lnTo>
                  <a:lnTo>
                    <a:pt x="735" y="8274"/>
                  </a:lnTo>
                  <a:lnTo>
                    <a:pt x="868" y="8474"/>
                  </a:lnTo>
                  <a:lnTo>
                    <a:pt x="1035" y="8641"/>
                  </a:lnTo>
                  <a:lnTo>
                    <a:pt x="1235" y="8775"/>
                  </a:lnTo>
                  <a:lnTo>
                    <a:pt x="1468" y="8908"/>
                  </a:lnTo>
                  <a:lnTo>
                    <a:pt x="1702" y="9042"/>
                  </a:lnTo>
                  <a:lnTo>
                    <a:pt x="1969" y="9108"/>
                  </a:lnTo>
                  <a:lnTo>
                    <a:pt x="2202" y="9142"/>
                  </a:lnTo>
                  <a:lnTo>
                    <a:pt x="2469" y="9175"/>
                  </a:lnTo>
                  <a:lnTo>
                    <a:pt x="2703" y="9142"/>
                  </a:lnTo>
                  <a:lnTo>
                    <a:pt x="2936" y="9108"/>
                  </a:lnTo>
                  <a:lnTo>
                    <a:pt x="3203" y="9042"/>
                  </a:lnTo>
                  <a:lnTo>
                    <a:pt x="3437" y="8975"/>
                  </a:lnTo>
                  <a:lnTo>
                    <a:pt x="3637" y="8841"/>
                  </a:lnTo>
                  <a:lnTo>
                    <a:pt x="3871" y="8708"/>
                  </a:lnTo>
                  <a:lnTo>
                    <a:pt x="4271" y="8408"/>
                  </a:lnTo>
                  <a:lnTo>
                    <a:pt x="4638" y="8041"/>
                  </a:lnTo>
                  <a:lnTo>
                    <a:pt x="4938" y="7640"/>
                  </a:lnTo>
                  <a:lnTo>
                    <a:pt x="5105" y="7907"/>
                  </a:lnTo>
                  <a:lnTo>
                    <a:pt x="5305" y="8174"/>
                  </a:lnTo>
                  <a:lnTo>
                    <a:pt x="5505" y="8408"/>
                  </a:lnTo>
                  <a:lnTo>
                    <a:pt x="5739" y="8608"/>
                  </a:lnTo>
                  <a:lnTo>
                    <a:pt x="6006" y="8775"/>
                  </a:lnTo>
                  <a:lnTo>
                    <a:pt x="6273" y="8908"/>
                  </a:lnTo>
                  <a:lnTo>
                    <a:pt x="6573" y="8975"/>
                  </a:lnTo>
                  <a:lnTo>
                    <a:pt x="6873" y="9008"/>
                  </a:lnTo>
                  <a:lnTo>
                    <a:pt x="6573" y="13679"/>
                  </a:lnTo>
                  <a:lnTo>
                    <a:pt x="6273" y="18383"/>
                  </a:lnTo>
                  <a:lnTo>
                    <a:pt x="6006" y="23054"/>
                  </a:lnTo>
                  <a:lnTo>
                    <a:pt x="5806" y="27758"/>
                  </a:lnTo>
                  <a:lnTo>
                    <a:pt x="5605" y="33129"/>
                  </a:lnTo>
                  <a:lnTo>
                    <a:pt x="5605" y="33229"/>
                  </a:lnTo>
                  <a:lnTo>
                    <a:pt x="5672" y="33296"/>
                  </a:lnTo>
                  <a:lnTo>
                    <a:pt x="5739" y="33329"/>
                  </a:lnTo>
                  <a:lnTo>
                    <a:pt x="5906" y="33329"/>
                  </a:lnTo>
                  <a:lnTo>
                    <a:pt x="5972" y="33296"/>
                  </a:lnTo>
                  <a:lnTo>
                    <a:pt x="6039" y="33229"/>
                  </a:lnTo>
                  <a:lnTo>
                    <a:pt x="6073" y="33129"/>
                  </a:lnTo>
                  <a:lnTo>
                    <a:pt x="6239" y="28392"/>
                  </a:lnTo>
                  <a:lnTo>
                    <a:pt x="6440" y="23688"/>
                  </a:lnTo>
                  <a:lnTo>
                    <a:pt x="6706" y="18984"/>
                  </a:lnTo>
                  <a:lnTo>
                    <a:pt x="6973" y="14279"/>
                  </a:lnTo>
                  <a:lnTo>
                    <a:pt x="7340" y="8975"/>
                  </a:lnTo>
                  <a:lnTo>
                    <a:pt x="7641" y="8875"/>
                  </a:lnTo>
                  <a:lnTo>
                    <a:pt x="7907" y="8741"/>
                  </a:lnTo>
                  <a:lnTo>
                    <a:pt x="8141" y="8574"/>
                  </a:lnTo>
                  <a:lnTo>
                    <a:pt x="8341" y="8374"/>
                  </a:lnTo>
                  <a:lnTo>
                    <a:pt x="8441" y="8207"/>
                  </a:lnTo>
                  <a:lnTo>
                    <a:pt x="8541" y="8041"/>
                  </a:lnTo>
                  <a:lnTo>
                    <a:pt x="8608" y="7974"/>
                  </a:lnTo>
                  <a:lnTo>
                    <a:pt x="8641" y="7907"/>
                  </a:lnTo>
                  <a:lnTo>
                    <a:pt x="8742" y="7874"/>
                  </a:lnTo>
                  <a:lnTo>
                    <a:pt x="8808" y="7907"/>
                  </a:lnTo>
                  <a:lnTo>
                    <a:pt x="8975" y="8041"/>
                  </a:lnTo>
                  <a:lnTo>
                    <a:pt x="9142" y="8174"/>
                  </a:lnTo>
                  <a:lnTo>
                    <a:pt x="9309" y="8308"/>
                  </a:lnTo>
                  <a:lnTo>
                    <a:pt x="9509" y="8408"/>
                  </a:lnTo>
                  <a:lnTo>
                    <a:pt x="9809" y="8508"/>
                  </a:lnTo>
                  <a:lnTo>
                    <a:pt x="10109" y="8541"/>
                  </a:lnTo>
                  <a:lnTo>
                    <a:pt x="10476" y="8541"/>
                  </a:lnTo>
                  <a:lnTo>
                    <a:pt x="10777" y="8441"/>
                  </a:lnTo>
                  <a:lnTo>
                    <a:pt x="11044" y="8341"/>
                  </a:lnTo>
                  <a:lnTo>
                    <a:pt x="11277" y="8174"/>
                  </a:lnTo>
                  <a:lnTo>
                    <a:pt x="11511" y="7974"/>
                  </a:lnTo>
                  <a:lnTo>
                    <a:pt x="11744" y="7740"/>
                  </a:lnTo>
                  <a:lnTo>
                    <a:pt x="11911" y="7473"/>
                  </a:lnTo>
                  <a:lnTo>
                    <a:pt x="12044" y="7207"/>
                  </a:lnTo>
                  <a:lnTo>
                    <a:pt x="12211" y="6840"/>
                  </a:lnTo>
                  <a:lnTo>
                    <a:pt x="12311" y="6439"/>
                  </a:lnTo>
                  <a:lnTo>
                    <a:pt x="12345" y="6039"/>
                  </a:lnTo>
                  <a:lnTo>
                    <a:pt x="12345" y="5639"/>
                  </a:lnTo>
                  <a:lnTo>
                    <a:pt x="12311" y="5238"/>
                  </a:lnTo>
                  <a:lnTo>
                    <a:pt x="12178" y="4838"/>
                  </a:lnTo>
                  <a:lnTo>
                    <a:pt x="12044" y="4471"/>
                  </a:lnTo>
                  <a:lnTo>
                    <a:pt x="11811" y="4137"/>
                  </a:lnTo>
                  <a:lnTo>
                    <a:pt x="11611" y="3904"/>
                  </a:lnTo>
                  <a:lnTo>
                    <a:pt x="11344" y="3704"/>
                  </a:lnTo>
                  <a:lnTo>
                    <a:pt x="11077" y="3537"/>
                  </a:lnTo>
                  <a:lnTo>
                    <a:pt x="10810" y="3403"/>
                  </a:lnTo>
                  <a:lnTo>
                    <a:pt x="10510" y="3337"/>
                  </a:lnTo>
                  <a:lnTo>
                    <a:pt x="10209" y="3303"/>
                  </a:lnTo>
                  <a:lnTo>
                    <a:pt x="9909" y="3303"/>
                  </a:lnTo>
                  <a:lnTo>
                    <a:pt x="9576" y="3337"/>
                  </a:lnTo>
                  <a:lnTo>
                    <a:pt x="9709" y="3070"/>
                  </a:lnTo>
                  <a:lnTo>
                    <a:pt x="9776" y="2769"/>
                  </a:lnTo>
                  <a:lnTo>
                    <a:pt x="9842" y="2469"/>
                  </a:lnTo>
                  <a:lnTo>
                    <a:pt x="9842" y="2169"/>
                  </a:lnTo>
                  <a:lnTo>
                    <a:pt x="9842" y="1902"/>
                  </a:lnTo>
                  <a:lnTo>
                    <a:pt x="9809" y="1668"/>
                  </a:lnTo>
                  <a:lnTo>
                    <a:pt x="9742" y="1435"/>
                  </a:lnTo>
                  <a:lnTo>
                    <a:pt x="9642" y="1201"/>
                  </a:lnTo>
                  <a:lnTo>
                    <a:pt x="9509" y="1001"/>
                  </a:lnTo>
                  <a:lnTo>
                    <a:pt x="9342" y="834"/>
                  </a:lnTo>
                  <a:lnTo>
                    <a:pt x="9175" y="701"/>
                  </a:lnTo>
                  <a:lnTo>
                    <a:pt x="8908" y="601"/>
                  </a:lnTo>
                  <a:lnTo>
                    <a:pt x="8641" y="534"/>
                  </a:lnTo>
                  <a:lnTo>
                    <a:pt x="8341" y="534"/>
                  </a:lnTo>
                  <a:lnTo>
                    <a:pt x="8041" y="567"/>
                  </a:lnTo>
                  <a:lnTo>
                    <a:pt x="7774" y="634"/>
                  </a:lnTo>
                  <a:lnTo>
                    <a:pt x="7507" y="734"/>
                  </a:lnTo>
                  <a:lnTo>
                    <a:pt x="7240" y="901"/>
                  </a:lnTo>
                  <a:lnTo>
                    <a:pt x="7007" y="1068"/>
                  </a:lnTo>
                  <a:lnTo>
                    <a:pt x="6773" y="1301"/>
                  </a:lnTo>
                  <a:lnTo>
                    <a:pt x="6740" y="1101"/>
                  </a:lnTo>
                  <a:lnTo>
                    <a:pt x="6640" y="968"/>
                  </a:lnTo>
                  <a:lnTo>
                    <a:pt x="6440" y="668"/>
                  </a:lnTo>
                  <a:lnTo>
                    <a:pt x="6173" y="401"/>
                  </a:lnTo>
                  <a:lnTo>
                    <a:pt x="5872" y="200"/>
                  </a:lnTo>
                  <a:lnTo>
                    <a:pt x="5539" y="67"/>
                  </a:lnTo>
                  <a:lnTo>
                    <a:pt x="517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403250" y="3982200"/>
              <a:ext cx="187700" cy="138475"/>
            </a:xfrm>
            <a:custGeom>
              <a:rect b="b" l="l" r="r" t="t"/>
              <a:pathLst>
                <a:path extrusionOk="0" h="5539" w="7508">
                  <a:moveTo>
                    <a:pt x="6573" y="2069"/>
                  </a:moveTo>
                  <a:lnTo>
                    <a:pt x="6707" y="2236"/>
                  </a:lnTo>
                  <a:lnTo>
                    <a:pt x="6773" y="2436"/>
                  </a:lnTo>
                  <a:lnTo>
                    <a:pt x="6773" y="2636"/>
                  </a:lnTo>
                  <a:lnTo>
                    <a:pt x="6740" y="2803"/>
                  </a:lnTo>
                  <a:lnTo>
                    <a:pt x="6673" y="3003"/>
                  </a:lnTo>
                  <a:lnTo>
                    <a:pt x="6573" y="3170"/>
                  </a:lnTo>
                  <a:lnTo>
                    <a:pt x="6440" y="3304"/>
                  </a:lnTo>
                  <a:lnTo>
                    <a:pt x="6240" y="3437"/>
                  </a:lnTo>
                  <a:lnTo>
                    <a:pt x="5973" y="3504"/>
                  </a:lnTo>
                  <a:lnTo>
                    <a:pt x="5639" y="3571"/>
                  </a:lnTo>
                  <a:lnTo>
                    <a:pt x="5039" y="3604"/>
                  </a:lnTo>
                  <a:lnTo>
                    <a:pt x="3604" y="3737"/>
                  </a:lnTo>
                  <a:lnTo>
                    <a:pt x="2903" y="3804"/>
                  </a:lnTo>
                  <a:lnTo>
                    <a:pt x="2203" y="3838"/>
                  </a:lnTo>
                  <a:lnTo>
                    <a:pt x="1869" y="3838"/>
                  </a:lnTo>
                  <a:lnTo>
                    <a:pt x="1535" y="3804"/>
                  </a:lnTo>
                  <a:lnTo>
                    <a:pt x="1202" y="3771"/>
                  </a:lnTo>
                  <a:lnTo>
                    <a:pt x="902" y="3637"/>
                  </a:lnTo>
                  <a:lnTo>
                    <a:pt x="768" y="3571"/>
                  </a:lnTo>
                  <a:lnTo>
                    <a:pt x="635" y="3471"/>
                  </a:lnTo>
                  <a:lnTo>
                    <a:pt x="535" y="3337"/>
                  </a:lnTo>
                  <a:lnTo>
                    <a:pt x="501" y="3204"/>
                  </a:lnTo>
                  <a:lnTo>
                    <a:pt x="468" y="3070"/>
                  </a:lnTo>
                  <a:lnTo>
                    <a:pt x="501" y="2903"/>
                  </a:lnTo>
                  <a:lnTo>
                    <a:pt x="568" y="2770"/>
                  </a:lnTo>
                  <a:lnTo>
                    <a:pt x="668" y="2636"/>
                  </a:lnTo>
                  <a:lnTo>
                    <a:pt x="801" y="2536"/>
                  </a:lnTo>
                  <a:lnTo>
                    <a:pt x="968" y="2470"/>
                  </a:lnTo>
                  <a:lnTo>
                    <a:pt x="1102" y="2403"/>
                  </a:lnTo>
                  <a:lnTo>
                    <a:pt x="1269" y="2370"/>
                  </a:lnTo>
                  <a:lnTo>
                    <a:pt x="1936" y="2370"/>
                  </a:lnTo>
                  <a:lnTo>
                    <a:pt x="2036" y="2336"/>
                  </a:lnTo>
                  <a:lnTo>
                    <a:pt x="2103" y="2303"/>
                  </a:lnTo>
                  <a:lnTo>
                    <a:pt x="2837" y="2303"/>
                  </a:lnTo>
                  <a:lnTo>
                    <a:pt x="3537" y="2269"/>
                  </a:lnTo>
                  <a:lnTo>
                    <a:pt x="5039" y="2269"/>
                  </a:lnTo>
                  <a:lnTo>
                    <a:pt x="5439" y="2236"/>
                  </a:lnTo>
                  <a:lnTo>
                    <a:pt x="5839" y="2203"/>
                  </a:lnTo>
                  <a:lnTo>
                    <a:pt x="6240" y="2136"/>
                  </a:lnTo>
                  <a:lnTo>
                    <a:pt x="6573" y="2069"/>
                  </a:lnTo>
                  <a:close/>
                  <a:moveTo>
                    <a:pt x="2336" y="1"/>
                  </a:moveTo>
                  <a:lnTo>
                    <a:pt x="2003" y="34"/>
                  </a:lnTo>
                  <a:lnTo>
                    <a:pt x="1669" y="68"/>
                  </a:lnTo>
                  <a:lnTo>
                    <a:pt x="1369" y="168"/>
                  </a:lnTo>
                  <a:lnTo>
                    <a:pt x="1068" y="268"/>
                  </a:lnTo>
                  <a:lnTo>
                    <a:pt x="868" y="334"/>
                  </a:lnTo>
                  <a:lnTo>
                    <a:pt x="735" y="435"/>
                  </a:lnTo>
                  <a:lnTo>
                    <a:pt x="601" y="535"/>
                  </a:lnTo>
                  <a:lnTo>
                    <a:pt x="468" y="668"/>
                  </a:lnTo>
                  <a:lnTo>
                    <a:pt x="401" y="768"/>
                  </a:lnTo>
                  <a:lnTo>
                    <a:pt x="334" y="902"/>
                  </a:lnTo>
                  <a:lnTo>
                    <a:pt x="268" y="1035"/>
                  </a:lnTo>
                  <a:lnTo>
                    <a:pt x="268" y="1169"/>
                  </a:lnTo>
                  <a:lnTo>
                    <a:pt x="268" y="1269"/>
                  </a:lnTo>
                  <a:lnTo>
                    <a:pt x="268" y="1402"/>
                  </a:lnTo>
                  <a:lnTo>
                    <a:pt x="301" y="1536"/>
                  </a:lnTo>
                  <a:lnTo>
                    <a:pt x="368" y="1636"/>
                  </a:lnTo>
                  <a:lnTo>
                    <a:pt x="468" y="1769"/>
                  </a:lnTo>
                  <a:lnTo>
                    <a:pt x="568" y="1869"/>
                  </a:lnTo>
                  <a:lnTo>
                    <a:pt x="801" y="2036"/>
                  </a:lnTo>
                  <a:lnTo>
                    <a:pt x="535" y="2169"/>
                  </a:lnTo>
                  <a:lnTo>
                    <a:pt x="401" y="2269"/>
                  </a:lnTo>
                  <a:lnTo>
                    <a:pt x="268" y="2370"/>
                  </a:lnTo>
                  <a:lnTo>
                    <a:pt x="201" y="2470"/>
                  </a:lnTo>
                  <a:lnTo>
                    <a:pt x="101" y="2603"/>
                  </a:lnTo>
                  <a:lnTo>
                    <a:pt x="34" y="2770"/>
                  </a:lnTo>
                  <a:lnTo>
                    <a:pt x="1" y="2937"/>
                  </a:lnTo>
                  <a:lnTo>
                    <a:pt x="1" y="3104"/>
                  </a:lnTo>
                  <a:lnTo>
                    <a:pt x="1" y="3270"/>
                  </a:lnTo>
                  <a:lnTo>
                    <a:pt x="34" y="3404"/>
                  </a:lnTo>
                  <a:lnTo>
                    <a:pt x="101" y="3537"/>
                  </a:lnTo>
                  <a:lnTo>
                    <a:pt x="268" y="3737"/>
                  </a:lnTo>
                  <a:lnTo>
                    <a:pt x="501" y="3938"/>
                  </a:lnTo>
                  <a:lnTo>
                    <a:pt x="735" y="4071"/>
                  </a:lnTo>
                  <a:lnTo>
                    <a:pt x="1035" y="4171"/>
                  </a:lnTo>
                  <a:lnTo>
                    <a:pt x="1302" y="4238"/>
                  </a:lnTo>
                  <a:lnTo>
                    <a:pt x="1602" y="4271"/>
                  </a:lnTo>
                  <a:lnTo>
                    <a:pt x="1702" y="4271"/>
                  </a:lnTo>
                  <a:lnTo>
                    <a:pt x="1869" y="4571"/>
                  </a:lnTo>
                  <a:lnTo>
                    <a:pt x="2069" y="4838"/>
                  </a:lnTo>
                  <a:lnTo>
                    <a:pt x="2303" y="5039"/>
                  </a:lnTo>
                  <a:lnTo>
                    <a:pt x="2570" y="5239"/>
                  </a:lnTo>
                  <a:lnTo>
                    <a:pt x="2870" y="5372"/>
                  </a:lnTo>
                  <a:lnTo>
                    <a:pt x="3170" y="5472"/>
                  </a:lnTo>
                  <a:lnTo>
                    <a:pt x="3504" y="5539"/>
                  </a:lnTo>
                  <a:lnTo>
                    <a:pt x="4138" y="5539"/>
                  </a:lnTo>
                  <a:lnTo>
                    <a:pt x="4471" y="5439"/>
                  </a:lnTo>
                  <a:lnTo>
                    <a:pt x="4772" y="5305"/>
                  </a:lnTo>
                  <a:lnTo>
                    <a:pt x="5039" y="5139"/>
                  </a:lnTo>
                  <a:lnTo>
                    <a:pt x="5272" y="4905"/>
                  </a:lnTo>
                  <a:lnTo>
                    <a:pt x="5472" y="4672"/>
                  </a:lnTo>
                  <a:lnTo>
                    <a:pt x="5606" y="4371"/>
                  </a:lnTo>
                  <a:lnTo>
                    <a:pt x="5672" y="4038"/>
                  </a:lnTo>
                  <a:lnTo>
                    <a:pt x="6073" y="3971"/>
                  </a:lnTo>
                  <a:lnTo>
                    <a:pt x="6440" y="3838"/>
                  </a:lnTo>
                  <a:lnTo>
                    <a:pt x="6607" y="3771"/>
                  </a:lnTo>
                  <a:lnTo>
                    <a:pt x="6740" y="3671"/>
                  </a:lnTo>
                  <a:lnTo>
                    <a:pt x="6873" y="3537"/>
                  </a:lnTo>
                  <a:lnTo>
                    <a:pt x="7007" y="3404"/>
                  </a:lnTo>
                  <a:lnTo>
                    <a:pt x="7107" y="3237"/>
                  </a:lnTo>
                  <a:lnTo>
                    <a:pt x="7174" y="3037"/>
                  </a:lnTo>
                  <a:lnTo>
                    <a:pt x="7240" y="2837"/>
                  </a:lnTo>
                  <a:lnTo>
                    <a:pt x="7240" y="2636"/>
                  </a:lnTo>
                  <a:lnTo>
                    <a:pt x="7207" y="2436"/>
                  </a:lnTo>
                  <a:lnTo>
                    <a:pt x="7174" y="2236"/>
                  </a:lnTo>
                  <a:lnTo>
                    <a:pt x="7107" y="2069"/>
                  </a:lnTo>
                  <a:lnTo>
                    <a:pt x="7007" y="1869"/>
                  </a:lnTo>
                  <a:lnTo>
                    <a:pt x="7174" y="1769"/>
                  </a:lnTo>
                  <a:lnTo>
                    <a:pt x="7307" y="1636"/>
                  </a:lnTo>
                  <a:lnTo>
                    <a:pt x="7407" y="1536"/>
                  </a:lnTo>
                  <a:lnTo>
                    <a:pt x="7474" y="1402"/>
                  </a:lnTo>
                  <a:lnTo>
                    <a:pt x="7507" y="1269"/>
                  </a:lnTo>
                  <a:lnTo>
                    <a:pt x="7507" y="1135"/>
                  </a:lnTo>
                  <a:lnTo>
                    <a:pt x="7474" y="1002"/>
                  </a:lnTo>
                  <a:lnTo>
                    <a:pt x="7441" y="902"/>
                  </a:lnTo>
                  <a:lnTo>
                    <a:pt x="7341" y="735"/>
                  </a:lnTo>
                  <a:lnTo>
                    <a:pt x="7240" y="601"/>
                  </a:lnTo>
                  <a:lnTo>
                    <a:pt x="7107" y="468"/>
                  </a:lnTo>
                  <a:lnTo>
                    <a:pt x="6940" y="368"/>
                  </a:lnTo>
                  <a:lnTo>
                    <a:pt x="6773" y="268"/>
                  </a:lnTo>
                  <a:lnTo>
                    <a:pt x="6573" y="201"/>
                  </a:lnTo>
                  <a:lnTo>
                    <a:pt x="6373" y="134"/>
                  </a:lnTo>
                  <a:lnTo>
                    <a:pt x="6206" y="134"/>
                  </a:lnTo>
                  <a:lnTo>
                    <a:pt x="5239" y="68"/>
                  </a:lnTo>
                  <a:lnTo>
                    <a:pt x="427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377400" y="3164825"/>
              <a:ext cx="40050" cy="42575"/>
            </a:xfrm>
            <a:custGeom>
              <a:rect b="b" l="l" r="r" t="t"/>
              <a:pathLst>
                <a:path extrusionOk="0" h="1703" w="1602">
                  <a:moveTo>
                    <a:pt x="234" y="1"/>
                  </a:moveTo>
                  <a:lnTo>
                    <a:pt x="134" y="34"/>
                  </a:lnTo>
                  <a:lnTo>
                    <a:pt x="67" y="67"/>
                  </a:lnTo>
                  <a:lnTo>
                    <a:pt x="34" y="167"/>
                  </a:lnTo>
                  <a:lnTo>
                    <a:pt x="1" y="234"/>
                  </a:lnTo>
                  <a:lnTo>
                    <a:pt x="34" y="334"/>
                  </a:lnTo>
                  <a:lnTo>
                    <a:pt x="67" y="401"/>
                  </a:lnTo>
                  <a:lnTo>
                    <a:pt x="401" y="668"/>
                  </a:lnTo>
                  <a:lnTo>
                    <a:pt x="668" y="968"/>
                  </a:lnTo>
                  <a:lnTo>
                    <a:pt x="968" y="1302"/>
                  </a:lnTo>
                  <a:lnTo>
                    <a:pt x="1001" y="1368"/>
                  </a:lnTo>
                  <a:lnTo>
                    <a:pt x="1035" y="1368"/>
                  </a:lnTo>
                  <a:lnTo>
                    <a:pt x="1068" y="1435"/>
                  </a:lnTo>
                  <a:lnTo>
                    <a:pt x="1168" y="1602"/>
                  </a:lnTo>
                  <a:lnTo>
                    <a:pt x="1235" y="1669"/>
                  </a:lnTo>
                  <a:lnTo>
                    <a:pt x="1335" y="1702"/>
                  </a:lnTo>
                  <a:lnTo>
                    <a:pt x="1402" y="1702"/>
                  </a:lnTo>
                  <a:lnTo>
                    <a:pt x="1502" y="1669"/>
                  </a:lnTo>
                  <a:lnTo>
                    <a:pt x="1569" y="1602"/>
                  </a:lnTo>
                  <a:lnTo>
                    <a:pt x="1602" y="1535"/>
                  </a:lnTo>
                  <a:lnTo>
                    <a:pt x="1602" y="1435"/>
                  </a:lnTo>
                  <a:lnTo>
                    <a:pt x="1569" y="1368"/>
                  </a:lnTo>
                  <a:lnTo>
                    <a:pt x="1302" y="1001"/>
                  </a:lnTo>
                  <a:lnTo>
                    <a:pt x="1035" y="668"/>
                  </a:lnTo>
                  <a:lnTo>
                    <a:pt x="735" y="368"/>
                  </a:lnTo>
                  <a:lnTo>
                    <a:pt x="401" y="67"/>
                  </a:lnTo>
                  <a:lnTo>
                    <a:pt x="334" y="34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429950" y="3123125"/>
              <a:ext cx="35050" cy="44225"/>
            </a:xfrm>
            <a:custGeom>
              <a:rect b="b" l="l" r="r" t="t"/>
              <a:pathLst>
                <a:path extrusionOk="0" h="1769" w="1402">
                  <a:moveTo>
                    <a:pt x="234" y="0"/>
                  </a:moveTo>
                  <a:lnTo>
                    <a:pt x="134" y="34"/>
                  </a:lnTo>
                  <a:lnTo>
                    <a:pt x="67" y="67"/>
                  </a:lnTo>
                  <a:lnTo>
                    <a:pt x="0" y="134"/>
                  </a:lnTo>
                  <a:lnTo>
                    <a:pt x="0" y="234"/>
                  </a:lnTo>
                  <a:lnTo>
                    <a:pt x="0" y="301"/>
                  </a:lnTo>
                  <a:lnTo>
                    <a:pt x="67" y="401"/>
                  </a:lnTo>
                  <a:lnTo>
                    <a:pt x="534" y="1001"/>
                  </a:lnTo>
                  <a:lnTo>
                    <a:pt x="968" y="1669"/>
                  </a:lnTo>
                  <a:lnTo>
                    <a:pt x="1035" y="1735"/>
                  </a:lnTo>
                  <a:lnTo>
                    <a:pt x="1135" y="1769"/>
                  </a:lnTo>
                  <a:lnTo>
                    <a:pt x="1201" y="1769"/>
                  </a:lnTo>
                  <a:lnTo>
                    <a:pt x="1302" y="1735"/>
                  </a:lnTo>
                  <a:lnTo>
                    <a:pt x="1368" y="1669"/>
                  </a:lnTo>
                  <a:lnTo>
                    <a:pt x="1402" y="1602"/>
                  </a:lnTo>
                  <a:lnTo>
                    <a:pt x="1402" y="1502"/>
                  </a:lnTo>
                  <a:lnTo>
                    <a:pt x="1368" y="1435"/>
                  </a:lnTo>
                  <a:lnTo>
                    <a:pt x="901" y="734"/>
                  </a:lnTo>
                  <a:lnTo>
                    <a:pt x="401" y="67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8"/>
            <p:cNvSpPr/>
            <p:nvPr/>
          </p:nvSpPr>
          <p:spPr>
            <a:xfrm>
              <a:off x="528375" y="3099775"/>
              <a:ext cx="11700" cy="65900"/>
            </a:xfrm>
            <a:custGeom>
              <a:rect b="b" l="l" r="r" t="t"/>
              <a:pathLst>
                <a:path extrusionOk="0" h="2636" w="468">
                  <a:moveTo>
                    <a:pt x="134" y="0"/>
                  </a:moveTo>
                  <a:lnTo>
                    <a:pt x="67" y="34"/>
                  </a:lnTo>
                  <a:lnTo>
                    <a:pt x="0" y="100"/>
                  </a:lnTo>
                  <a:lnTo>
                    <a:pt x="0" y="200"/>
                  </a:lnTo>
                  <a:lnTo>
                    <a:pt x="0" y="2402"/>
                  </a:lnTo>
                  <a:lnTo>
                    <a:pt x="0" y="2502"/>
                  </a:lnTo>
                  <a:lnTo>
                    <a:pt x="67" y="2569"/>
                  </a:lnTo>
                  <a:lnTo>
                    <a:pt x="134" y="2636"/>
                  </a:lnTo>
                  <a:lnTo>
                    <a:pt x="300" y="2636"/>
                  </a:lnTo>
                  <a:lnTo>
                    <a:pt x="367" y="2569"/>
                  </a:lnTo>
                  <a:lnTo>
                    <a:pt x="434" y="2502"/>
                  </a:lnTo>
                  <a:lnTo>
                    <a:pt x="467" y="2402"/>
                  </a:lnTo>
                  <a:lnTo>
                    <a:pt x="467" y="200"/>
                  </a:lnTo>
                  <a:lnTo>
                    <a:pt x="434" y="100"/>
                  </a:lnTo>
                  <a:lnTo>
                    <a:pt x="367" y="34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8"/>
            <p:cNvSpPr/>
            <p:nvPr/>
          </p:nvSpPr>
          <p:spPr>
            <a:xfrm>
              <a:off x="581750" y="3134800"/>
              <a:ext cx="19200" cy="38400"/>
            </a:xfrm>
            <a:custGeom>
              <a:rect b="b" l="l" r="r" t="t"/>
              <a:pathLst>
                <a:path extrusionOk="0" h="1536" w="768">
                  <a:moveTo>
                    <a:pt x="501" y="1"/>
                  </a:moveTo>
                  <a:lnTo>
                    <a:pt x="401" y="34"/>
                  </a:lnTo>
                  <a:lnTo>
                    <a:pt x="334" y="101"/>
                  </a:lnTo>
                  <a:lnTo>
                    <a:pt x="301" y="167"/>
                  </a:lnTo>
                  <a:lnTo>
                    <a:pt x="0" y="1235"/>
                  </a:lnTo>
                  <a:lnTo>
                    <a:pt x="0" y="1335"/>
                  </a:lnTo>
                  <a:lnTo>
                    <a:pt x="34" y="1435"/>
                  </a:lnTo>
                  <a:lnTo>
                    <a:pt x="67" y="1502"/>
                  </a:lnTo>
                  <a:lnTo>
                    <a:pt x="167" y="1535"/>
                  </a:lnTo>
                  <a:lnTo>
                    <a:pt x="234" y="1535"/>
                  </a:lnTo>
                  <a:lnTo>
                    <a:pt x="334" y="1502"/>
                  </a:lnTo>
                  <a:lnTo>
                    <a:pt x="401" y="1468"/>
                  </a:lnTo>
                  <a:lnTo>
                    <a:pt x="434" y="1368"/>
                  </a:lnTo>
                  <a:lnTo>
                    <a:pt x="734" y="301"/>
                  </a:lnTo>
                  <a:lnTo>
                    <a:pt x="768" y="201"/>
                  </a:lnTo>
                  <a:lnTo>
                    <a:pt x="734" y="134"/>
                  </a:lnTo>
                  <a:lnTo>
                    <a:pt x="668" y="67"/>
                  </a:lnTo>
                  <a:lnTo>
                    <a:pt x="601" y="34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634300" y="3172325"/>
              <a:ext cx="33375" cy="42575"/>
            </a:xfrm>
            <a:custGeom>
              <a:rect b="b" l="l" r="r" t="t"/>
              <a:pathLst>
                <a:path extrusionOk="0" h="1703" w="1335">
                  <a:moveTo>
                    <a:pt x="1034" y="1"/>
                  </a:moveTo>
                  <a:lnTo>
                    <a:pt x="968" y="68"/>
                  </a:lnTo>
                  <a:lnTo>
                    <a:pt x="467" y="701"/>
                  </a:lnTo>
                  <a:lnTo>
                    <a:pt x="34" y="1369"/>
                  </a:lnTo>
                  <a:lnTo>
                    <a:pt x="0" y="1469"/>
                  </a:lnTo>
                  <a:lnTo>
                    <a:pt x="0" y="1536"/>
                  </a:lnTo>
                  <a:lnTo>
                    <a:pt x="34" y="1636"/>
                  </a:lnTo>
                  <a:lnTo>
                    <a:pt x="100" y="1669"/>
                  </a:lnTo>
                  <a:lnTo>
                    <a:pt x="200" y="1702"/>
                  </a:lnTo>
                  <a:lnTo>
                    <a:pt x="267" y="1702"/>
                  </a:lnTo>
                  <a:lnTo>
                    <a:pt x="367" y="1669"/>
                  </a:lnTo>
                  <a:lnTo>
                    <a:pt x="434" y="1602"/>
                  </a:lnTo>
                  <a:lnTo>
                    <a:pt x="834" y="968"/>
                  </a:lnTo>
                  <a:lnTo>
                    <a:pt x="934" y="802"/>
                  </a:lnTo>
                  <a:lnTo>
                    <a:pt x="1001" y="735"/>
                  </a:lnTo>
                  <a:lnTo>
                    <a:pt x="1001" y="701"/>
                  </a:lnTo>
                  <a:lnTo>
                    <a:pt x="1034" y="701"/>
                  </a:lnTo>
                  <a:lnTo>
                    <a:pt x="1268" y="401"/>
                  </a:lnTo>
                  <a:lnTo>
                    <a:pt x="1335" y="301"/>
                  </a:lnTo>
                  <a:lnTo>
                    <a:pt x="1335" y="234"/>
                  </a:lnTo>
                  <a:lnTo>
                    <a:pt x="1335" y="134"/>
                  </a:lnTo>
                  <a:lnTo>
                    <a:pt x="1268" y="68"/>
                  </a:lnTo>
                  <a:lnTo>
                    <a:pt x="1201" y="34"/>
                  </a:lnTo>
                  <a:lnTo>
                    <a:pt x="11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8"/>
            <p:cNvSpPr/>
            <p:nvPr/>
          </p:nvSpPr>
          <p:spPr>
            <a:xfrm>
              <a:off x="674325" y="3236550"/>
              <a:ext cx="26725" cy="21725"/>
            </a:xfrm>
            <a:custGeom>
              <a:rect b="b" l="l" r="r" t="t"/>
              <a:pathLst>
                <a:path extrusionOk="0" h="869" w="1069">
                  <a:moveTo>
                    <a:pt x="801" y="1"/>
                  </a:moveTo>
                  <a:lnTo>
                    <a:pt x="701" y="34"/>
                  </a:lnTo>
                  <a:lnTo>
                    <a:pt x="101" y="434"/>
                  </a:lnTo>
                  <a:lnTo>
                    <a:pt x="34" y="501"/>
                  </a:lnTo>
                  <a:lnTo>
                    <a:pt x="1" y="568"/>
                  </a:lnTo>
                  <a:lnTo>
                    <a:pt x="1" y="668"/>
                  </a:lnTo>
                  <a:lnTo>
                    <a:pt x="34" y="768"/>
                  </a:lnTo>
                  <a:lnTo>
                    <a:pt x="101" y="835"/>
                  </a:lnTo>
                  <a:lnTo>
                    <a:pt x="167" y="868"/>
                  </a:lnTo>
                  <a:lnTo>
                    <a:pt x="268" y="868"/>
                  </a:lnTo>
                  <a:lnTo>
                    <a:pt x="334" y="835"/>
                  </a:lnTo>
                  <a:lnTo>
                    <a:pt x="935" y="434"/>
                  </a:lnTo>
                  <a:lnTo>
                    <a:pt x="1001" y="368"/>
                  </a:lnTo>
                  <a:lnTo>
                    <a:pt x="1035" y="301"/>
                  </a:lnTo>
                  <a:lnTo>
                    <a:pt x="1068" y="201"/>
                  </a:lnTo>
                  <a:lnTo>
                    <a:pt x="1035" y="101"/>
                  </a:lnTo>
                  <a:lnTo>
                    <a:pt x="968" y="34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8"/>
            <p:cNvSpPr/>
            <p:nvPr/>
          </p:nvSpPr>
          <p:spPr>
            <a:xfrm>
              <a:off x="640125" y="3318300"/>
              <a:ext cx="20875" cy="51725"/>
            </a:xfrm>
            <a:custGeom>
              <a:rect b="b" l="l" r="r" t="t"/>
              <a:pathLst>
                <a:path extrusionOk="0" h="2069" w="835">
                  <a:moveTo>
                    <a:pt x="468" y="0"/>
                  </a:moveTo>
                  <a:lnTo>
                    <a:pt x="401" y="67"/>
                  </a:lnTo>
                  <a:lnTo>
                    <a:pt x="334" y="134"/>
                  </a:lnTo>
                  <a:lnTo>
                    <a:pt x="301" y="200"/>
                  </a:lnTo>
                  <a:lnTo>
                    <a:pt x="301" y="301"/>
                  </a:lnTo>
                  <a:lnTo>
                    <a:pt x="368" y="467"/>
                  </a:lnTo>
                  <a:lnTo>
                    <a:pt x="368" y="668"/>
                  </a:lnTo>
                  <a:lnTo>
                    <a:pt x="368" y="868"/>
                  </a:lnTo>
                  <a:lnTo>
                    <a:pt x="368" y="968"/>
                  </a:lnTo>
                  <a:lnTo>
                    <a:pt x="368" y="1001"/>
                  </a:lnTo>
                  <a:lnTo>
                    <a:pt x="301" y="1201"/>
                  </a:lnTo>
                  <a:lnTo>
                    <a:pt x="234" y="1368"/>
                  </a:lnTo>
                  <a:lnTo>
                    <a:pt x="168" y="1535"/>
                  </a:lnTo>
                  <a:lnTo>
                    <a:pt x="67" y="1668"/>
                  </a:lnTo>
                  <a:lnTo>
                    <a:pt x="1" y="1768"/>
                  </a:lnTo>
                  <a:lnTo>
                    <a:pt x="1" y="1835"/>
                  </a:lnTo>
                  <a:lnTo>
                    <a:pt x="1" y="1935"/>
                  </a:lnTo>
                  <a:lnTo>
                    <a:pt x="67" y="2002"/>
                  </a:lnTo>
                  <a:lnTo>
                    <a:pt x="134" y="2035"/>
                  </a:lnTo>
                  <a:lnTo>
                    <a:pt x="234" y="2069"/>
                  </a:lnTo>
                  <a:lnTo>
                    <a:pt x="301" y="2069"/>
                  </a:lnTo>
                  <a:lnTo>
                    <a:pt x="368" y="2002"/>
                  </a:lnTo>
                  <a:lnTo>
                    <a:pt x="535" y="1802"/>
                  </a:lnTo>
                  <a:lnTo>
                    <a:pt x="635" y="1602"/>
                  </a:lnTo>
                  <a:lnTo>
                    <a:pt x="735" y="1368"/>
                  </a:lnTo>
                  <a:lnTo>
                    <a:pt x="801" y="1135"/>
                  </a:lnTo>
                  <a:lnTo>
                    <a:pt x="835" y="901"/>
                  </a:lnTo>
                  <a:lnTo>
                    <a:pt x="835" y="668"/>
                  </a:lnTo>
                  <a:lnTo>
                    <a:pt x="801" y="401"/>
                  </a:lnTo>
                  <a:lnTo>
                    <a:pt x="768" y="167"/>
                  </a:lnTo>
                  <a:lnTo>
                    <a:pt x="701" y="100"/>
                  </a:lnTo>
                  <a:lnTo>
                    <a:pt x="635" y="34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409100" y="3271575"/>
              <a:ext cx="26700" cy="51750"/>
            </a:xfrm>
            <a:custGeom>
              <a:rect b="b" l="l" r="r" t="t"/>
              <a:pathLst>
                <a:path extrusionOk="0" h="2070" w="1068">
                  <a:moveTo>
                    <a:pt x="267" y="1"/>
                  </a:moveTo>
                  <a:lnTo>
                    <a:pt x="200" y="34"/>
                  </a:lnTo>
                  <a:lnTo>
                    <a:pt x="134" y="101"/>
                  </a:lnTo>
                  <a:lnTo>
                    <a:pt x="100" y="168"/>
                  </a:lnTo>
                  <a:lnTo>
                    <a:pt x="34" y="435"/>
                  </a:lnTo>
                  <a:lnTo>
                    <a:pt x="0" y="702"/>
                  </a:lnTo>
                  <a:lnTo>
                    <a:pt x="34" y="968"/>
                  </a:lnTo>
                  <a:lnTo>
                    <a:pt x="100" y="1235"/>
                  </a:lnTo>
                  <a:lnTo>
                    <a:pt x="200" y="1469"/>
                  </a:lnTo>
                  <a:lnTo>
                    <a:pt x="334" y="1669"/>
                  </a:lnTo>
                  <a:lnTo>
                    <a:pt x="501" y="1869"/>
                  </a:lnTo>
                  <a:lnTo>
                    <a:pt x="734" y="2036"/>
                  </a:lnTo>
                  <a:lnTo>
                    <a:pt x="801" y="2069"/>
                  </a:lnTo>
                  <a:lnTo>
                    <a:pt x="901" y="2069"/>
                  </a:lnTo>
                  <a:lnTo>
                    <a:pt x="968" y="2036"/>
                  </a:lnTo>
                  <a:lnTo>
                    <a:pt x="1035" y="1969"/>
                  </a:lnTo>
                  <a:lnTo>
                    <a:pt x="1068" y="1869"/>
                  </a:lnTo>
                  <a:lnTo>
                    <a:pt x="1068" y="1769"/>
                  </a:lnTo>
                  <a:lnTo>
                    <a:pt x="1035" y="1702"/>
                  </a:lnTo>
                  <a:lnTo>
                    <a:pt x="968" y="1636"/>
                  </a:lnTo>
                  <a:lnTo>
                    <a:pt x="901" y="1602"/>
                  </a:lnTo>
                  <a:lnTo>
                    <a:pt x="801" y="1536"/>
                  </a:lnTo>
                  <a:lnTo>
                    <a:pt x="734" y="1469"/>
                  </a:lnTo>
                  <a:lnTo>
                    <a:pt x="701" y="1436"/>
                  </a:lnTo>
                  <a:lnTo>
                    <a:pt x="701" y="1402"/>
                  </a:lnTo>
                  <a:lnTo>
                    <a:pt x="601" y="1235"/>
                  </a:lnTo>
                  <a:lnTo>
                    <a:pt x="567" y="1169"/>
                  </a:lnTo>
                  <a:lnTo>
                    <a:pt x="534" y="1169"/>
                  </a:lnTo>
                  <a:lnTo>
                    <a:pt x="501" y="1069"/>
                  </a:lnTo>
                  <a:lnTo>
                    <a:pt x="467" y="868"/>
                  </a:lnTo>
                  <a:lnTo>
                    <a:pt x="467" y="835"/>
                  </a:lnTo>
                  <a:lnTo>
                    <a:pt x="467" y="802"/>
                  </a:lnTo>
                  <a:lnTo>
                    <a:pt x="467" y="702"/>
                  </a:lnTo>
                  <a:lnTo>
                    <a:pt x="467" y="568"/>
                  </a:lnTo>
                  <a:lnTo>
                    <a:pt x="467" y="501"/>
                  </a:lnTo>
                  <a:lnTo>
                    <a:pt x="534" y="301"/>
                  </a:lnTo>
                  <a:lnTo>
                    <a:pt x="534" y="201"/>
                  </a:lnTo>
                  <a:lnTo>
                    <a:pt x="501" y="134"/>
                  </a:lnTo>
                  <a:lnTo>
                    <a:pt x="467" y="68"/>
                  </a:lnTo>
                  <a:lnTo>
                    <a:pt x="367" y="34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445800" y="3382525"/>
              <a:ext cx="25" cy="850"/>
            </a:xfrm>
            <a:custGeom>
              <a:rect b="b" l="l" r="r" t="t"/>
              <a:pathLst>
                <a:path extrusionOk="0" h="34" w="1">
                  <a:moveTo>
                    <a:pt x="0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416600" y="3373350"/>
              <a:ext cx="42575" cy="21700"/>
            </a:xfrm>
            <a:custGeom>
              <a:rect b="b" l="l" r="r" t="t"/>
              <a:pathLst>
                <a:path extrusionOk="0" h="868" w="1703">
                  <a:moveTo>
                    <a:pt x="201" y="0"/>
                  </a:moveTo>
                  <a:lnTo>
                    <a:pt x="101" y="34"/>
                  </a:lnTo>
                  <a:lnTo>
                    <a:pt x="34" y="100"/>
                  </a:lnTo>
                  <a:lnTo>
                    <a:pt x="1" y="200"/>
                  </a:lnTo>
                  <a:lnTo>
                    <a:pt x="1" y="267"/>
                  </a:lnTo>
                  <a:lnTo>
                    <a:pt x="34" y="367"/>
                  </a:lnTo>
                  <a:lnTo>
                    <a:pt x="167" y="567"/>
                  </a:lnTo>
                  <a:lnTo>
                    <a:pt x="334" y="701"/>
                  </a:lnTo>
                  <a:lnTo>
                    <a:pt x="534" y="801"/>
                  </a:lnTo>
                  <a:lnTo>
                    <a:pt x="768" y="868"/>
                  </a:lnTo>
                  <a:lnTo>
                    <a:pt x="1001" y="868"/>
                  </a:lnTo>
                  <a:lnTo>
                    <a:pt x="1202" y="834"/>
                  </a:lnTo>
                  <a:lnTo>
                    <a:pt x="1435" y="768"/>
                  </a:lnTo>
                  <a:lnTo>
                    <a:pt x="1635" y="634"/>
                  </a:lnTo>
                  <a:lnTo>
                    <a:pt x="1669" y="567"/>
                  </a:lnTo>
                  <a:lnTo>
                    <a:pt x="1702" y="467"/>
                  </a:lnTo>
                  <a:lnTo>
                    <a:pt x="1669" y="367"/>
                  </a:lnTo>
                  <a:lnTo>
                    <a:pt x="1635" y="300"/>
                  </a:lnTo>
                  <a:lnTo>
                    <a:pt x="1535" y="267"/>
                  </a:lnTo>
                  <a:lnTo>
                    <a:pt x="1469" y="234"/>
                  </a:lnTo>
                  <a:lnTo>
                    <a:pt x="1368" y="267"/>
                  </a:lnTo>
                  <a:lnTo>
                    <a:pt x="1302" y="300"/>
                  </a:lnTo>
                  <a:lnTo>
                    <a:pt x="1268" y="334"/>
                  </a:lnTo>
                  <a:lnTo>
                    <a:pt x="1202" y="367"/>
                  </a:lnTo>
                  <a:lnTo>
                    <a:pt x="1168" y="367"/>
                  </a:lnTo>
                  <a:lnTo>
                    <a:pt x="1168" y="401"/>
                  </a:lnTo>
                  <a:lnTo>
                    <a:pt x="1068" y="401"/>
                  </a:lnTo>
                  <a:lnTo>
                    <a:pt x="1035" y="434"/>
                  </a:lnTo>
                  <a:lnTo>
                    <a:pt x="835" y="434"/>
                  </a:lnTo>
                  <a:lnTo>
                    <a:pt x="668" y="367"/>
                  </a:lnTo>
                  <a:lnTo>
                    <a:pt x="634" y="367"/>
                  </a:lnTo>
                  <a:lnTo>
                    <a:pt x="568" y="300"/>
                  </a:lnTo>
                  <a:lnTo>
                    <a:pt x="534" y="300"/>
                  </a:lnTo>
                  <a:lnTo>
                    <a:pt x="501" y="234"/>
                  </a:lnTo>
                  <a:lnTo>
                    <a:pt x="468" y="200"/>
                  </a:lnTo>
                  <a:lnTo>
                    <a:pt x="401" y="134"/>
                  </a:lnTo>
                  <a:lnTo>
                    <a:pt x="368" y="67"/>
                  </a:lnTo>
                  <a:lnTo>
                    <a:pt x="267" y="34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8"/>
            <p:cNvSpPr/>
            <p:nvPr/>
          </p:nvSpPr>
          <p:spPr>
            <a:xfrm>
              <a:off x="442450" y="338417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9" name="Google Shape;519;p38"/>
          <p:cNvGrpSpPr/>
          <p:nvPr/>
        </p:nvGrpSpPr>
        <p:grpSpPr>
          <a:xfrm rot="-146173">
            <a:off x="5389608" y="1155407"/>
            <a:ext cx="1024566" cy="2503066"/>
            <a:chOff x="238125" y="1680200"/>
            <a:chExt cx="446225" cy="1090150"/>
          </a:xfrm>
        </p:grpSpPr>
        <p:sp>
          <p:nvSpPr>
            <p:cNvPr id="520" name="Google Shape;520;p38"/>
            <p:cNvSpPr/>
            <p:nvPr/>
          </p:nvSpPr>
          <p:spPr>
            <a:xfrm>
              <a:off x="360725" y="1913725"/>
              <a:ext cx="201025" cy="687300"/>
            </a:xfrm>
            <a:custGeom>
              <a:rect b="b" l="l" r="r" t="t"/>
              <a:pathLst>
                <a:path extrusionOk="0" h="27492" w="8041">
                  <a:moveTo>
                    <a:pt x="4804" y="1"/>
                  </a:moveTo>
                  <a:lnTo>
                    <a:pt x="4604" y="68"/>
                  </a:lnTo>
                  <a:lnTo>
                    <a:pt x="4304" y="168"/>
                  </a:lnTo>
                  <a:lnTo>
                    <a:pt x="4004" y="368"/>
                  </a:lnTo>
                  <a:lnTo>
                    <a:pt x="3737" y="568"/>
                  </a:lnTo>
                  <a:lnTo>
                    <a:pt x="3503" y="802"/>
                  </a:lnTo>
                  <a:lnTo>
                    <a:pt x="3103" y="1269"/>
                  </a:lnTo>
                  <a:lnTo>
                    <a:pt x="2769" y="1736"/>
                  </a:lnTo>
                  <a:lnTo>
                    <a:pt x="2502" y="2269"/>
                  </a:lnTo>
                  <a:lnTo>
                    <a:pt x="2236" y="2803"/>
                  </a:lnTo>
                  <a:lnTo>
                    <a:pt x="2002" y="3337"/>
                  </a:lnTo>
                  <a:lnTo>
                    <a:pt x="1835" y="3904"/>
                  </a:lnTo>
                  <a:lnTo>
                    <a:pt x="1502" y="5072"/>
                  </a:lnTo>
                  <a:lnTo>
                    <a:pt x="1135" y="6540"/>
                  </a:lnTo>
                  <a:lnTo>
                    <a:pt x="834" y="8008"/>
                  </a:lnTo>
                  <a:lnTo>
                    <a:pt x="567" y="9476"/>
                  </a:lnTo>
                  <a:lnTo>
                    <a:pt x="367" y="10977"/>
                  </a:lnTo>
                  <a:lnTo>
                    <a:pt x="200" y="12478"/>
                  </a:lnTo>
                  <a:lnTo>
                    <a:pt x="67" y="13980"/>
                  </a:lnTo>
                  <a:lnTo>
                    <a:pt x="0" y="15481"/>
                  </a:lnTo>
                  <a:lnTo>
                    <a:pt x="0" y="16982"/>
                  </a:lnTo>
                  <a:lnTo>
                    <a:pt x="0" y="18183"/>
                  </a:lnTo>
                  <a:lnTo>
                    <a:pt x="67" y="19451"/>
                  </a:lnTo>
                  <a:lnTo>
                    <a:pt x="167" y="20752"/>
                  </a:lnTo>
                  <a:lnTo>
                    <a:pt x="267" y="21420"/>
                  </a:lnTo>
                  <a:lnTo>
                    <a:pt x="367" y="22087"/>
                  </a:lnTo>
                  <a:lnTo>
                    <a:pt x="501" y="22721"/>
                  </a:lnTo>
                  <a:lnTo>
                    <a:pt x="668" y="23355"/>
                  </a:lnTo>
                  <a:lnTo>
                    <a:pt x="834" y="23988"/>
                  </a:lnTo>
                  <a:lnTo>
                    <a:pt x="1068" y="24589"/>
                  </a:lnTo>
                  <a:lnTo>
                    <a:pt x="1301" y="25190"/>
                  </a:lnTo>
                  <a:lnTo>
                    <a:pt x="1568" y="25757"/>
                  </a:lnTo>
                  <a:lnTo>
                    <a:pt x="1902" y="26290"/>
                  </a:lnTo>
                  <a:lnTo>
                    <a:pt x="2236" y="26758"/>
                  </a:lnTo>
                  <a:lnTo>
                    <a:pt x="2402" y="26958"/>
                  </a:lnTo>
                  <a:lnTo>
                    <a:pt x="2603" y="27125"/>
                  </a:lnTo>
                  <a:lnTo>
                    <a:pt x="2803" y="27258"/>
                  </a:lnTo>
                  <a:lnTo>
                    <a:pt x="3003" y="27358"/>
                  </a:lnTo>
                  <a:lnTo>
                    <a:pt x="3203" y="27425"/>
                  </a:lnTo>
                  <a:lnTo>
                    <a:pt x="3403" y="27458"/>
                  </a:lnTo>
                  <a:lnTo>
                    <a:pt x="3637" y="27492"/>
                  </a:lnTo>
                  <a:lnTo>
                    <a:pt x="3837" y="27492"/>
                  </a:lnTo>
                  <a:lnTo>
                    <a:pt x="4071" y="27425"/>
                  </a:lnTo>
                  <a:lnTo>
                    <a:pt x="4304" y="27391"/>
                  </a:lnTo>
                  <a:lnTo>
                    <a:pt x="4738" y="27191"/>
                  </a:lnTo>
                  <a:lnTo>
                    <a:pt x="5138" y="26958"/>
                  </a:lnTo>
                  <a:lnTo>
                    <a:pt x="5538" y="26657"/>
                  </a:lnTo>
                  <a:lnTo>
                    <a:pt x="5772" y="26457"/>
                  </a:lnTo>
                  <a:lnTo>
                    <a:pt x="6006" y="26224"/>
                  </a:lnTo>
                  <a:lnTo>
                    <a:pt x="6206" y="25957"/>
                  </a:lnTo>
                  <a:lnTo>
                    <a:pt x="6373" y="25690"/>
                  </a:lnTo>
                  <a:lnTo>
                    <a:pt x="6673" y="25123"/>
                  </a:lnTo>
                  <a:lnTo>
                    <a:pt x="6906" y="24556"/>
                  </a:lnTo>
                  <a:lnTo>
                    <a:pt x="7107" y="23922"/>
                  </a:lnTo>
                  <a:lnTo>
                    <a:pt x="7240" y="23288"/>
                  </a:lnTo>
                  <a:lnTo>
                    <a:pt x="7373" y="22654"/>
                  </a:lnTo>
                  <a:lnTo>
                    <a:pt x="7473" y="22053"/>
                  </a:lnTo>
                  <a:lnTo>
                    <a:pt x="7607" y="20952"/>
                  </a:lnTo>
                  <a:lnTo>
                    <a:pt x="7740" y="19852"/>
                  </a:lnTo>
                  <a:lnTo>
                    <a:pt x="7807" y="18751"/>
                  </a:lnTo>
                  <a:lnTo>
                    <a:pt x="7907" y="17650"/>
                  </a:lnTo>
                  <a:lnTo>
                    <a:pt x="8007" y="15448"/>
                  </a:lnTo>
                  <a:lnTo>
                    <a:pt x="8041" y="13212"/>
                  </a:lnTo>
                  <a:lnTo>
                    <a:pt x="8007" y="11010"/>
                  </a:lnTo>
                  <a:lnTo>
                    <a:pt x="7941" y="8809"/>
                  </a:lnTo>
                  <a:lnTo>
                    <a:pt x="7774" y="4371"/>
                  </a:lnTo>
                  <a:lnTo>
                    <a:pt x="7707" y="3604"/>
                  </a:lnTo>
                  <a:lnTo>
                    <a:pt x="7640" y="2803"/>
                  </a:lnTo>
                  <a:lnTo>
                    <a:pt x="7574" y="2436"/>
                  </a:lnTo>
                  <a:lnTo>
                    <a:pt x="7473" y="2069"/>
                  </a:lnTo>
                  <a:lnTo>
                    <a:pt x="7340" y="1702"/>
                  </a:lnTo>
                  <a:lnTo>
                    <a:pt x="7173" y="1369"/>
                  </a:lnTo>
                  <a:lnTo>
                    <a:pt x="6973" y="1035"/>
                  </a:lnTo>
                  <a:lnTo>
                    <a:pt x="6706" y="735"/>
                  </a:lnTo>
                  <a:lnTo>
                    <a:pt x="6406" y="468"/>
                  </a:lnTo>
                  <a:lnTo>
                    <a:pt x="6072" y="268"/>
                  </a:lnTo>
                  <a:lnTo>
                    <a:pt x="5739" y="101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F4DF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8"/>
            <p:cNvSpPr/>
            <p:nvPr/>
          </p:nvSpPr>
          <p:spPr>
            <a:xfrm>
              <a:off x="327350" y="1761100"/>
              <a:ext cx="265275" cy="887475"/>
            </a:xfrm>
            <a:custGeom>
              <a:rect b="b" l="l" r="r" t="t"/>
              <a:pathLst>
                <a:path extrusionOk="0" h="35499" w="10611">
                  <a:moveTo>
                    <a:pt x="5105" y="12778"/>
                  </a:moveTo>
                  <a:lnTo>
                    <a:pt x="5105" y="12845"/>
                  </a:lnTo>
                  <a:lnTo>
                    <a:pt x="5139" y="12945"/>
                  </a:lnTo>
                  <a:lnTo>
                    <a:pt x="5172" y="13212"/>
                  </a:lnTo>
                  <a:lnTo>
                    <a:pt x="5172" y="13512"/>
                  </a:lnTo>
                  <a:lnTo>
                    <a:pt x="5172" y="14113"/>
                  </a:lnTo>
                  <a:lnTo>
                    <a:pt x="5139" y="15347"/>
                  </a:lnTo>
                  <a:lnTo>
                    <a:pt x="5105" y="16582"/>
                  </a:lnTo>
                  <a:lnTo>
                    <a:pt x="5072" y="17115"/>
                  </a:lnTo>
                  <a:lnTo>
                    <a:pt x="5072" y="17683"/>
                  </a:lnTo>
                  <a:lnTo>
                    <a:pt x="5105" y="18216"/>
                  </a:lnTo>
                  <a:lnTo>
                    <a:pt x="5205" y="18750"/>
                  </a:lnTo>
                  <a:lnTo>
                    <a:pt x="5239" y="18950"/>
                  </a:lnTo>
                  <a:lnTo>
                    <a:pt x="5305" y="19184"/>
                  </a:lnTo>
                  <a:lnTo>
                    <a:pt x="5439" y="19384"/>
                  </a:lnTo>
                  <a:lnTo>
                    <a:pt x="5572" y="19584"/>
                  </a:lnTo>
                  <a:lnTo>
                    <a:pt x="5706" y="19684"/>
                  </a:lnTo>
                  <a:lnTo>
                    <a:pt x="5873" y="19718"/>
                  </a:lnTo>
                  <a:lnTo>
                    <a:pt x="6039" y="19684"/>
                  </a:lnTo>
                  <a:lnTo>
                    <a:pt x="6139" y="19651"/>
                  </a:lnTo>
                  <a:lnTo>
                    <a:pt x="6206" y="19584"/>
                  </a:lnTo>
                  <a:lnTo>
                    <a:pt x="6340" y="19384"/>
                  </a:lnTo>
                  <a:lnTo>
                    <a:pt x="6406" y="19184"/>
                  </a:lnTo>
                  <a:lnTo>
                    <a:pt x="6506" y="18717"/>
                  </a:lnTo>
                  <a:lnTo>
                    <a:pt x="6573" y="18216"/>
                  </a:lnTo>
                  <a:lnTo>
                    <a:pt x="6640" y="17716"/>
                  </a:lnTo>
                  <a:lnTo>
                    <a:pt x="6673" y="16615"/>
                  </a:lnTo>
                  <a:lnTo>
                    <a:pt x="6707" y="15547"/>
                  </a:lnTo>
                  <a:lnTo>
                    <a:pt x="6773" y="15014"/>
                  </a:lnTo>
                  <a:lnTo>
                    <a:pt x="6840" y="14480"/>
                  </a:lnTo>
                  <a:lnTo>
                    <a:pt x="6974" y="13946"/>
                  </a:lnTo>
                  <a:lnTo>
                    <a:pt x="7174" y="13446"/>
                  </a:lnTo>
                  <a:lnTo>
                    <a:pt x="7274" y="13279"/>
                  </a:lnTo>
                  <a:lnTo>
                    <a:pt x="7341" y="13212"/>
                  </a:lnTo>
                  <a:lnTo>
                    <a:pt x="7374" y="13212"/>
                  </a:lnTo>
                  <a:lnTo>
                    <a:pt x="7407" y="13245"/>
                  </a:lnTo>
                  <a:lnTo>
                    <a:pt x="7441" y="13312"/>
                  </a:lnTo>
                  <a:lnTo>
                    <a:pt x="7474" y="13412"/>
                  </a:lnTo>
                  <a:lnTo>
                    <a:pt x="7507" y="13612"/>
                  </a:lnTo>
                  <a:lnTo>
                    <a:pt x="7474" y="14213"/>
                  </a:lnTo>
                  <a:lnTo>
                    <a:pt x="7441" y="14813"/>
                  </a:lnTo>
                  <a:lnTo>
                    <a:pt x="7374" y="17216"/>
                  </a:lnTo>
                  <a:lnTo>
                    <a:pt x="7374" y="17749"/>
                  </a:lnTo>
                  <a:lnTo>
                    <a:pt x="7407" y="18283"/>
                  </a:lnTo>
                  <a:lnTo>
                    <a:pt x="7474" y="18817"/>
                  </a:lnTo>
                  <a:lnTo>
                    <a:pt x="7541" y="19050"/>
                  </a:lnTo>
                  <a:lnTo>
                    <a:pt x="7641" y="19317"/>
                  </a:lnTo>
                  <a:lnTo>
                    <a:pt x="7741" y="19484"/>
                  </a:lnTo>
                  <a:lnTo>
                    <a:pt x="7874" y="19618"/>
                  </a:lnTo>
                  <a:lnTo>
                    <a:pt x="7607" y="21119"/>
                  </a:lnTo>
                  <a:lnTo>
                    <a:pt x="7374" y="22620"/>
                  </a:lnTo>
                  <a:lnTo>
                    <a:pt x="7140" y="24122"/>
                  </a:lnTo>
                  <a:lnTo>
                    <a:pt x="6940" y="25623"/>
                  </a:lnTo>
                  <a:lnTo>
                    <a:pt x="6773" y="27124"/>
                  </a:lnTo>
                  <a:lnTo>
                    <a:pt x="6640" y="28626"/>
                  </a:lnTo>
                  <a:lnTo>
                    <a:pt x="6540" y="30127"/>
                  </a:lnTo>
                  <a:lnTo>
                    <a:pt x="6440" y="31662"/>
                  </a:lnTo>
                  <a:lnTo>
                    <a:pt x="6440" y="31728"/>
                  </a:lnTo>
                  <a:lnTo>
                    <a:pt x="4305" y="31895"/>
                  </a:lnTo>
                  <a:lnTo>
                    <a:pt x="3604" y="23154"/>
                  </a:lnTo>
                  <a:lnTo>
                    <a:pt x="3404" y="20185"/>
                  </a:lnTo>
                  <a:lnTo>
                    <a:pt x="3504" y="20118"/>
                  </a:lnTo>
                  <a:lnTo>
                    <a:pt x="3604" y="19985"/>
                  </a:lnTo>
                  <a:lnTo>
                    <a:pt x="3704" y="19851"/>
                  </a:lnTo>
                  <a:lnTo>
                    <a:pt x="3771" y="19718"/>
                  </a:lnTo>
                  <a:lnTo>
                    <a:pt x="3904" y="19251"/>
                  </a:lnTo>
                  <a:lnTo>
                    <a:pt x="4038" y="18717"/>
                  </a:lnTo>
                  <a:lnTo>
                    <a:pt x="4104" y="18216"/>
                  </a:lnTo>
                  <a:lnTo>
                    <a:pt x="4171" y="17683"/>
                  </a:lnTo>
                  <a:lnTo>
                    <a:pt x="4271" y="16615"/>
                  </a:lnTo>
                  <a:lnTo>
                    <a:pt x="4338" y="15514"/>
                  </a:lnTo>
                  <a:lnTo>
                    <a:pt x="4405" y="15014"/>
                  </a:lnTo>
                  <a:lnTo>
                    <a:pt x="4505" y="14480"/>
                  </a:lnTo>
                  <a:lnTo>
                    <a:pt x="4605" y="13946"/>
                  </a:lnTo>
                  <a:lnTo>
                    <a:pt x="4772" y="13446"/>
                  </a:lnTo>
                  <a:lnTo>
                    <a:pt x="4972" y="12945"/>
                  </a:lnTo>
                  <a:lnTo>
                    <a:pt x="5005" y="12845"/>
                  </a:lnTo>
                  <a:lnTo>
                    <a:pt x="5072" y="12778"/>
                  </a:lnTo>
                  <a:close/>
                  <a:moveTo>
                    <a:pt x="5639" y="367"/>
                  </a:moveTo>
                  <a:lnTo>
                    <a:pt x="6039" y="401"/>
                  </a:lnTo>
                  <a:lnTo>
                    <a:pt x="6440" y="468"/>
                  </a:lnTo>
                  <a:lnTo>
                    <a:pt x="6807" y="601"/>
                  </a:lnTo>
                  <a:lnTo>
                    <a:pt x="7174" y="801"/>
                  </a:lnTo>
                  <a:lnTo>
                    <a:pt x="7507" y="1068"/>
                  </a:lnTo>
                  <a:lnTo>
                    <a:pt x="7808" y="1368"/>
                  </a:lnTo>
                  <a:lnTo>
                    <a:pt x="8075" y="1702"/>
                  </a:lnTo>
                  <a:lnTo>
                    <a:pt x="8308" y="2102"/>
                  </a:lnTo>
                  <a:lnTo>
                    <a:pt x="8508" y="2503"/>
                  </a:lnTo>
                  <a:lnTo>
                    <a:pt x="8642" y="2936"/>
                  </a:lnTo>
                  <a:lnTo>
                    <a:pt x="8775" y="3370"/>
                  </a:lnTo>
                  <a:lnTo>
                    <a:pt x="8909" y="3804"/>
                  </a:lnTo>
                  <a:lnTo>
                    <a:pt x="9075" y="4671"/>
                  </a:lnTo>
                  <a:lnTo>
                    <a:pt x="9376" y="6673"/>
                  </a:lnTo>
                  <a:lnTo>
                    <a:pt x="9643" y="8675"/>
                  </a:lnTo>
                  <a:lnTo>
                    <a:pt x="9876" y="10710"/>
                  </a:lnTo>
                  <a:lnTo>
                    <a:pt x="10043" y="12745"/>
                  </a:lnTo>
                  <a:lnTo>
                    <a:pt x="10143" y="14747"/>
                  </a:lnTo>
                  <a:lnTo>
                    <a:pt x="10210" y="16782"/>
                  </a:lnTo>
                  <a:lnTo>
                    <a:pt x="10243" y="18817"/>
                  </a:lnTo>
                  <a:lnTo>
                    <a:pt x="10210" y="20852"/>
                  </a:lnTo>
                  <a:lnTo>
                    <a:pt x="10143" y="22887"/>
                  </a:lnTo>
                  <a:lnTo>
                    <a:pt x="10043" y="24922"/>
                  </a:lnTo>
                  <a:lnTo>
                    <a:pt x="9876" y="26957"/>
                  </a:lnTo>
                  <a:lnTo>
                    <a:pt x="9709" y="28993"/>
                  </a:lnTo>
                  <a:lnTo>
                    <a:pt x="9643" y="29693"/>
                  </a:lnTo>
                  <a:lnTo>
                    <a:pt x="9509" y="30394"/>
                  </a:lnTo>
                  <a:lnTo>
                    <a:pt x="9376" y="31128"/>
                  </a:lnTo>
                  <a:lnTo>
                    <a:pt x="9209" y="31828"/>
                  </a:lnTo>
                  <a:lnTo>
                    <a:pt x="8975" y="32496"/>
                  </a:lnTo>
                  <a:lnTo>
                    <a:pt x="8842" y="32829"/>
                  </a:lnTo>
                  <a:lnTo>
                    <a:pt x="8675" y="33129"/>
                  </a:lnTo>
                  <a:lnTo>
                    <a:pt x="8475" y="33430"/>
                  </a:lnTo>
                  <a:lnTo>
                    <a:pt x="8275" y="33730"/>
                  </a:lnTo>
                  <a:lnTo>
                    <a:pt x="8041" y="33997"/>
                  </a:lnTo>
                  <a:lnTo>
                    <a:pt x="7808" y="34230"/>
                  </a:lnTo>
                  <a:lnTo>
                    <a:pt x="7841" y="33997"/>
                  </a:lnTo>
                  <a:lnTo>
                    <a:pt x="8241" y="31862"/>
                  </a:lnTo>
                  <a:lnTo>
                    <a:pt x="8241" y="31762"/>
                  </a:lnTo>
                  <a:lnTo>
                    <a:pt x="8208" y="31695"/>
                  </a:lnTo>
                  <a:lnTo>
                    <a:pt x="8141" y="31628"/>
                  </a:lnTo>
                  <a:lnTo>
                    <a:pt x="8041" y="31628"/>
                  </a:lnTo>
                  <a:lnTo>
                    <a:pt x="6807" y="31695"/>
                  </a:lnTo>
                  <a:lnTo>
                    <a:pt x="6940" y="29493"/>
                  </a:lnTo>
                  <a:lnTo>
                    <a:pt x="7140" y="27324"/>
                  </a:lnTo>
                  <a:lnTo>
                    <a:pt x="7374" y="25156"/>
                  </a:lnTo>
                  <a:lnTo>
                    <a:pt x="7674" y="22987"/>
                  </a:lnTo>
                  <a:lnTo>
                    <a:pt x="7941" y="21319"/>
                  </a:lnTo>
                  <a:lnTo>
                    <a:pt x="8241" y="19651"/>
                  </a:lnTo>
                  <a:lnTo>
                    <a:pt x="8442" y="19584"/>
                  </a:lnTo>
                  <a:lnTo>
                    <a:pt x="8575" y="19417"/>
                  </a:lnTo>
                  <a:lnTo>
                    <a:pt x="8675" y="19251"/>
                  </a:lnTo>
                  <a:lnTo>
                    <a:pt x="8742" y="19084"/>
                  </a:lnTo>
                  <a:lnTo>
                    <a:pt x="8842" y="18817"/>
                  </a:lnTo>
                  <a:lnTo>
                    <a:pt x="8909" y="18550"/>
                  </a:lnTo>
                  <a:lnTo>
                    <a:pt x="8942" y="18016"/>
                  </a:lnTo>
                  <a:lnTo>
                    <a:pt x="8942" y="17449"/>
                  </a:lnTo>
                  <a:lnTo>
                    <a:pt x="8942" y="16915"/>
                  </a:lnTo>
                  <a:lnTo>
                    <a:pt x="8909" y="15681"/>
                  </a:lnTo>
                  <a:lnTo>
                    <a:pt x="8875" y="14446"/>
                  </a:lnTo>
                  <a:lnTo>
                    <a:pt x="8775" y="13212"/>
                  </a:lnTo>
                  <a:lnTo>
                    <a:pt x="8742" y="13145"/>
                  </a:lnTo>
                  <a:lnTo>
                    <a:pt x="8708" y="13079"/>
                  </a:lnTo>
                  <a:lnTo>
                    <a:pt x="8642" y="13045"/>
                  </a:lnTo>
                  <a:lnTo>
                    <a:pt x="8508" y="13045"/>
                  </a:lnTo>
                  <a:lnTo>
                    <a:pt x="8442" y="13079"/>
                  </a:lnTo>
                  <a:lnTo>
                    <a:pt x="8408" y="13145"/>
                  </a:lnTo>
                  <a:lnTo>
                    <a:pt x="8408" y="13212"/>
                  </a:lnTo>
                  <a:lnTo>
                    <a:pt x="8475" y="14380"/>
                  </a:lnTo>
                  <a:lnTo>
                    <a:pt x="8542" y="15547"/>
                  </a:lnTo>
                  <a:lnTo>
                    <a:pt x="8575" y="16715"/>
                  </a:lnTo>
                  <a:lnTo>
                    <a:pt x="8575" y="17883"/>
                  </a:lnTo>
                  <a:lnTo>
                    <a:pt x="8542" y="18417"/>
                  </a:lnTo>
                  <a:lnTo>
                    <a:pt x="8475" y="18650"/>
                  </a:lnTo>
                  <a:lnTo>
                    <a:pt x="8408" y="18917"/>
                  </a:lnTo>
                  <a:lnTo>
                    <a:pt x="8308" y="19151"/>
                  </a:lnTo>
                  <a:lnTo>
                    <a:pt x="8241" y="19251"/>
                  </a:lnTo>
                  <a:lnTo>
                    <a:pt x="8175" y="19284"/>
                  </a:lnTo>
                  <a:lnTo>
                    <a:pt x="8075" y="19284"/>
                  </a:lnTo>
                  <a:lnTo>
                    <a:pt x="8041" y="19251"/>
                  </a:lnTo>
                  <a:lnTo>
                    <a:pt x="7974" y="19117"/>
                  </a:lnTo>
                  <a:lnTo>
                    <a:pt x="7874" y="18850"/>
                  </a:lnTo>
                  <a:lnTo>
                    <a:pt x="7808" y="18617"/>
                  </a:lnTo>
                  <a:lnTo>
                    <a:pt x="7774" y="18350"/>
                  </a:lnTo>
                  <a:lnTo>
                    <a:pt x="7741" y="17816"/>
                  </a:lnTo>
                  <a:lnTo>
                    <a:pt x="7741" y="17282"/>
                  </a:lnTo>
                  <a:lnTo>
                    <a:pt x="7741" y="16748"/>
                  </a:lnTo>
                  <a:lnTo>
                    <a:pt x="7841" y="14413"/>
                  </a:lnTo>
                  <a:lnTo>
                    <a:pt x="7874" y="14013"/>
                  </a:lnTo>
                  <a:lnTo>
                    <a:pt x="7874" y="13579"/>
                  </a:lnTo>
                  <a:lnTo>
                    <a:pt x="7874" y="13346"/>
                  </a:lnTo>
                  <a:lnTo>
                    <a:pt x="7808" y="13145"/>
                  </a:lnTo>
                  <a:lnTo>
                    <a:pt x="7674" y="12979"/>
                  </a:lnTo>
                  <a:lnTo>
                    <a:pt x="7541" y="12878"/>
                  </a:lnTo>
                  <a:lnTo>
                    <a:pt x="7441" y="12845"/>
                  </a:lnTo>
                  <a:lnTo>
                    <a:pt x="7341" y="12812"/>
                  </a:lnTo>
                  <a:lnTo>
                    <a:pt x="7240" y="12845"/>
                  </a:lnTo>
                  <a:lnTo>
                    <a:pt x="7174" y="12878"/>
                  </a:lnTo>
                  <a:lnTo>
                    <a:pt x="7007" y="12979"/>
                  </a:lnTo>
                  <a:lnTo>
                    <a:pt x="6907" y="13145"/>
                  </a:lnTo>
                  <a:lnTo>
                    <a:pt x="6807" y="13346"/>
                  </a:lnTo>
                  <a:lnTo>
                    <a:pt x="6707" y="13546"/>
                  </a:lnTo>
                  <a:lnTo>
                    <a:pt x="6607" y="13879"/>
                  </a:lnTo>
                  <a:lnTo>
                    <a:pt x="6506" y="14380"/>
                  </a:lnTo>
                  <a:lnTo>
                    <a:pt x="6406" y="14880"/>
                  </a:lnTo>
                  <a:lnTo>
                    <a:pt x="6373" y="15347"/>
                  </a:lnTo>
                  <a:lnTo>
                    <a:pt x="6340" y="15848"/>
                  </a:lnTo>
                  <a:lnTo>
                    <a:pt x="6306" y="16849"/>
                  </a:lnTo>
                  <a:lnTo>
                    <a:pt x="6240" y="17849"/>
                  </a:lnTo>
                  <a:lnTo>
                    <a:pt x="6173" y="18383"/>
                  </a:lnTo>
                  <a:lnTo>
                    <a:pt x="6073" y="18917"/>
                  </a:lnTo>
                  <a:lnTo>
                    <a:pt x="6006" y="19151"/>
                  </a:lnTo>
                  <a:lnTo>
                    <a:pt x="5973" y="19251"/>
                  </a:lnTo>
                  <a:lnTo>
                    <a:pt x="5939" y="19317"/>
                  </a:lnTo>
                  <a:lnTo>
                    <a:pt x="5839" y="19317"/>
                  </a:lnTo>
                  <a:lnTo>
                    <a:pt x="5806" y="19284"/>
                  </a:lnTo>
                  <a:lnTo>
                    <a:pt x="5739" y="19184"/>
                  </a:lnTo>
                  <a:lnTo>
                    <a:pt x="5639" y="18917"/>
                  </a:lnTo>
                  <a:lnTo>
                    <a:pt x="5572" y="18650"/>
                  </a:lnTo>
                  <a:lnTo>
                    <a:pt x="5506" y="18383"/>
                  </a:lnTo>
                  <a:lnTo>
                    <a:pt x="5439" y="17883"/>
                  </a:lnTo>
                  <a:lnTo>
                    <a:pt x="5439" y="17316"/>
                  </a:lnTo>
                  <a:lnTo>
                    <a:pt x="5472" y="16782"/>
                  </a:lnTo>
                  <a:lnTo>
                    <a:pt x="5506" y="15648"/>
                  </a:lnTo>
                  <a:lnTo>
                    <a:pt x="5539" y="14480"/>
                  </a:lnTo>
                  <a:lnTo>
                    <a:pt x="5539" y="13312"/>
                  </a:lnTo>
                  <a:lnTo>
                    <a:pt x="5506" y="12912"/>
                  </a:lnTo>
                  <a:lnTo>
                    <a:pt x="5472" y="12712"/>
                  </a:lnTo>
                  <a:lnTo>
                    <a:pt x="5372" y="12511"/>
                  </a:lnTo>
                  <a:lnTo>
                    <a:pt x="5272" y="12445"/>
                  </a:lnTo>
                  <a:lnTo>
                    <a:pt x="5172" y="12378"/>
                  </a:lnTo>
                  <a:lnTo>
                    <a:pt x="5039" y="12378"/>
                  </a:lnTo>
                  <a:lnTo>
                    <a:pt x="4938" y="12411"/>
                  </a:lnTo>
                  <a:lnTo>
                    <a:pt x="4872" y="12445"/>
                  </a:lnTo>
                  <a:lnTo>
                    <a:pt x="4738" y="12612"/>
                  </a:lnTo>
                  <a:lnTo>
                    <a:pt x="4638" y="12778"/>
                  </a:lnTo>
                  <a:lnTo>
                    <a:pt x="4538" y="12979"/>
                  </a:lnTo>
                  <a:lnTo>
                    <a:pt x="4405" y="13312"/>
                  </a:lnTo>
                  <a:lnTo>
                    <a:pt x="4271" y="13779"/>
                  </a:lnTo>
                  <a:lnTo>
                    <a:pt x="4171" y="14280"/>
                  </a:lnTo>
                  <a:lnTo>
                    <a:pt x="4071" y="14780"/>
                  </a:lnTo>
                  <a:lnTo>
                    <a:pt x="4004" y="15247"/>
                  </a:lnTo>
                  <a:lnTo>
                    <a:pt x="3904" y="16248"/>
                  </a:lnTo>
                  <a:lnTo>
                    <a:pt x="3837" y="17249"/>
                  </a:lnTo>
                  <a:lnTo>
                    <a:pt x="3704" y="18283"/>
                  </a:lnTo>
                  <a:lnTo>
                    <a:pt x="3637" y="18784"/>
                  </a:lnTo>
                  <a:lnTo>
                    <a:pt x="3504" y="19284"/>
                  </a:lnTo>
                  <a:lnTo>
                    <a:pt x="3437" y="19518"/>
                  </a:lnTo>
                  <a:lnTo>
                    <a:pt x="3404" y="19618"/>
                  </a:lnTo>
                  <a:lnTo>
                    <a:pt x="3337" y="19718"/>
                  </a:lnTo>
                  <a:lnTo>
                    <a:pt x="3304" y="19651"/>
                  </a:lnTo>
                  <a:lnTo>
                    <a:pt x="3270" y="19618"/>
                  </a:lnTo>
                  <a:lnTo>
                    <a:pt x="3204" y="19584"/>
                  </a:lnTo>
                  <a:lnTo>
                    <a:pt x="3137" y="19584"/>
                  </a:lnTo>
                  <a:lnTo>
                    <a:pt x="3104" y="19384"/>
                  </a:lnTo>
                  <a:lnTo>
                    <a:pt x="3037" y="18817"/>
                  </a:lnTo>
                  <a:lnTo>
                    <a:pt x="3003" y="18283"/>
                  </a:lnTo>
                  <a:lnTo>
                    <a:pt x="2970" y="17716"/>
                  </a:lnTo>
                  <a:lnTo>
                    <a:pt x="3003" y="17149"/>
                  </a:lnTo>
                  <a:lnTo>
                    <a:pt x="3070" y="16048"/>
                  </a:lnTo>
                  <a:lnTo>
                    <a:pt x="3204" y="14914"/>
                  </a:lnTo>
                  <a:lnTo>
                    <a:pt x="3270" y="13813"/>
                  </a:lnTo>
                  <a:lnTo>
                    <a:pt x="3270" y="13279"/>
                  </a:lnTo>
                  <a:lnTo>
                    <a:pt x="3270" y="12712"/>
                  </a:lnTo>
                  <a:lnTo>
                    <a:pt x="3204" y="12612"/>
                  </a:lnTo>
                  <a:lnTo>
                    <a:pt x="3137" y="12545"/>
                  </a:lnTo>
                  <a:lnTo>
                    <a:pt x="3037" y="12545"/>
                  </a:lnTo>
                  <a:lnTo>
                    <a:pt x="2937" y="12578"/>
                  </a:lnTo>
                  <a:lnTo>
                    <a:pt x="2670" y="12845"/>
                  </a:lnTo>
                  <a:lnTo>
                    <a:pt x="2470" y="13145"/>
                  </a:lnTo>
                  <a:lnTo>
                    <a:pt x="2303" y="13479"/>
                  </a:lnTo>
                  <a:lnTo>
                    <a:pt x="2169" y="13846"/>
                  </a:lnTo>
                  <a:lnTo>
                    <a:pt x="2069" y="14213"/>
                  </a:lnTo>
                  <a:lnTo>
                    <a:pt x="1969" y="14580"/>
                  </a:lnTo>
                  <a:lnTo>
                    <a:pt x="1836" y="15314"/>
                  </a:lnTo>
                  <a:lnTo>
                    <a:pt x="1702" y="16181"/>
                  </a:lnTo>
                  <a:lnTo>
                    <a:pt x="1602" y="17082"/>
                  </a:lnTo>
                  <a:lnTo>
                    <a:pt x="1569" y="17983"/>
                  </a:lnTo>
                  <a:lnTo>
                    <a:pt x="1535" y="18884"/>
                  </a:lnTo>
                  <a:lnTo>
                    <a:pt x="1535" y="18950"/>
                  </a:lnTo>
                  <a:lnTo>
                    <a:pt x="1602" y="19017"/>
                  </a:lnTo>
                  <a:lnTo>
                    <a:pt x="1669" y="19050"/>
                  </a:lnTo>
                  <a:lnTo>
                    <a:pt x="1802" y="19050"/>
                  </a:lnTo>
                  <a:lnTo>
                    <a:pt x="1869" y="19017"/>
                  </a:lnTo>
                  <a:lnTo>
                    <a:pt x="1902" y="18950"/>
                  </a:lnTo>
                  <a:lnTo>
                    <a:pt x="1902" y="18884"/>
                  </a:lnTo>
                  <a:lnTo>
                    <a:pt x="1936" y="18016"/>
                  </a:lnTo>
                  <a:lnTo>
                    <a:pt x="1969" y="17182"/>
                  </a:lnTo>
                  <a:lnTo>
                    <a:pt x="2069" y="16348"/>
                  </a:lnTo>
                  <a:lnTo>
                    <a:pt x="2203" y="15481"/>
                  </a:lnTo>
                  <a:lnTo>
                    <a:pt x="2303" y="14914"/>
                  </a:lnTo>
                  <a:lnTo>
                    <a:pt x="2403" y="14313"/>
                  </a:lnTo>
                  <a:lnTo>
                    <a:pt x="2503" y="14013"/>
                  </a:lnTo>
                  <a:lnTo>
                    <a:pt x="2603" y="13712"/>
                  </a:lnTo>
                  <a:lnTo>
                    <a:pt x="2737" y="13446"/>
                  </a:lnTo>
                  <a:lnTo>
                    <a:pt x="2903" y="13212"/>
                  </a:lnTo>
                  <a:lnTo>
                    <a:pt x="2870" y="13712"/>
                  </a:lnTo>
                  <a:lnTo>
                    <a:pt x="2870" y="14246"/>
                  </a:lnTo>
                  <a:lnTo>
                    <a:pt x="2770" y="15314"/>
                  </a:lnTo>
                  <a:lnTo>
                    <a:pt x="2670" y="16348"/>
                  </a:lnTo>
                  <a:lnTo>
                    <a:pt x="2603" y="17416"/>
                  </a:lnTo>
                  <a:lnTo>
                    <a:pt x="2603" y="17983"/>
                  </a:lnTo>
                  <a:lnTo>
                    <a:pt x="2636" y="18550"/>
                  </a:lnTo>
                  <a:lnTo>
                    <a:pt x="2670" y="19084"/>
                  </a:lnTo>
                  <a:lnTo>
                    <a:pt x="2770" y="19651"/>
                  </a:lnTo>
                  <a:lnTo>
                    <a:pt x="2870" y="19918"/>
                  </a:lnTo>
                  <a:lnTo>
                    <a:pt x="2937" y="20051"/>
                  </a:lnTo>
                  <a:lnTo>
                    <a:pt x="3003" y="20151"/>
                  </a:lnTo>
                  <a:lnTo>
                    <a:pt x="3904" y="31862"/>
                  </a:lnTo>
                  <a:lnTo>
                    <a:pt x="3904" y="31928"/>
                  </a:lnTo>
                  <a:lnTo>
                    <a:pt x="2970" y="31995"/>
                  </a:lnTo>
                  <a:lnTo>
                    <a:pt x="2903" y="32028"/>
                  </a:lnTo>
                  <a:lnTo>
                    <a:pt x="2837" y="32095"/>
                  </a:lnTo>
                  <a:lnTo>
                    <a:pt x="2803" y="32162"/>
                  </a:lnTo>
                  <a:lnTo>
                    <a:pt x="2803" y="32262"/>
                  </a:lnTo>
                  <a:lnTo>
                    <a:pt x="3003" y="32863"/>
                  </a:lnTo>
                  <a:lnTo>
                    <a:pt x="3204" y="33463"/>
                  </a:lnTo>
                  <a:lnTo>
                    <a:pt x="3404" y="34097"/>
                  </a:lnTo>
                  <a:lnTo>
                    <a:pt x="3537" y="34731"/>
                  </a:lnTo>
                  <a:lnTo>
                    <a:pt x="3137" y="34531"/>
                  </a:lnTo>
                  <a:lnTo>
                    <a:pt x="2770" y="34297"/>
                  </a:lnTo>
                  <a:lnTo>
                    <a:pt x="2403" y="34030"/>
                  </a:lnTo>
                  <a:lnTo>
                    <a:pt x="2103" y="33697"/>
                  </a:lnTo>
                  <a:lnTo>
                    <a:pt x="1836" y="33363"/>
                  </a:lnTo>
                  <a:lnTo>
                    <a:pt x="1602" y="32996"/>
                  </a:lnTo>
                  <a:lnTo>
                    <a:pt x="1402" y="32629"/>
                  </a:lnTo>
                  <a:lnTo>
                    <a:pt x="1235" y="32229"/>
                  </a:lnTo>
                  <a:lnTo>
                    <a:pt x="1068" y="31828"/>
                  </a:lnTo>
                  <a:lnTo>
                    <a:pt x="968" y="31428"/>
                  </a:lnTo>
                  <a:lnTo>
                    <a:pt x="768" y="30594"/>
                  </a:lnTo>
                  <a:lnTo>
                    <a:pt x="668" y="29660"/>
                  </a:lnTo>
                  <a:lnTo>
                    <a:pt x="568" y="28759"/>
                  </a:lnTo>
                  <a:lnTo>
                    <a:pt x="501" y="26924"/>
                  </a:lnTo>
                  <a:lnTo>
                    <a:pt x="435" y="24922"/>
                  </a:lnTo>
                  <a:lnTo>
                    <a:pt x="401" y="22887"/>
                  </a:lnTo>
                  <a:lnTo>
                    <a:pt x="401" y="20885"/>
                  </a:lnTo>
                  <a:lnTo>
                    <a:pt x="435" y="18884"/>
                  </a:lnTo>
                  <a:lnTo>
                    <a:pt x="535" y="16882"/>
                  </a:lnTo>
                  <a:lnTo>
                    <a:pt x="668" y="14914"/>
                  </a:lnTo>
                  <a:lnTo>
                    <a:pt x="868" y="12912"/>
                  </a:lnTo>
                  <a:lnTo>
                    <a:pt x="1135" y="10910"/>
                  </a:lnTo>
                  <a:lnTo>
                    <a:pt x="1435" y="8942"/>
                  </a:lnTo>
                  <a:lnTo>
                    <a:pt x="1836" y="6973"/>
                  </a:lnTo>
                  <a:lnTo>
                    <a:pt x="2236" y="5105"/>
                  </a:lnTo>
                  <a:lnTo>
                    <a:pt x="2503" y="4171"/>
                  </a:lnTo>
                  <a:lnTo>
                    <a:pt x="2770" y="3237"/>
                  </a:lnTo>
                  <a:lnTo>
                    <a:pt x="2937" y="2836"/>
                  </a:lnTo>
                  <a:lnTo>
                    <a:pt x="3104" y="2436"/>
                  </a:lnTo>
                  <a:lnTo>
                    <a:pt x="3304" y="2069"/>
                  </a:lnTo>
                  <a:lnTo>
                    <a:pt x="3537" y="1702"/>
                  </a:lnTo>
                  <a:lnTo>
                    <a:pt x="3804" y="1368"/>
                  </a:lnTo>
                  <a:lnTo>
                    <a:pt x="4104" y="1068"/>
                  </a:lnTo>
                  <a:lnTo>
                    <a:pt x="4438" y="801"/>
                  </a:lnTo>
                  <a:lnTo>
                    <a:pt x="4838" y="568"/>
                  </a:lnTo>
                  <a:lnTo>
                    <a:pt x="5039" y="501"/>
                  </a:lnTo>
                  <a:lnTo>
                    <a:pt x="5239" y="434"/>
                  </a:lnTo>
                  <a:lnTo>
                    <a:pt x="5639" y="367"/>
                  </a:lnTo>
                  <a:close/>
                  <a:moveTo>
                    <a:pt x="5572" y="1"/>
                  </a:moveTo>
                  <a:lnTo>
                    <a:pt x="5172" y="67"/>
                  </a:lnTo>
                  <a:lnTo>
                    <a:pt x="4772" y="201"/>
                  </a:lnTo>
                  <a:lnTo>
                    <a:pt x="4405" y="401"/>
                  </a:lnTo>
                  <a:lnTo>
                    <a:pt x="4071" y="601"/>
                  </a:lnTo>
                  <a:lnTo>
                    <a:pt x="3771" y="868"/>
                  </a:lnTo>
                  <a:lnTo>
                    <a:pt x="3470" y="1168"/>
                  </a:lnTo>
                  <a:lnTo>
                    <a:pt x="3204" y="1535"/>
                  </a:lnTo>
                  <a:lnTo>
                    <a:pt x="2937" y="1936"/>
                  </a:lnTo>
                  <a:lnTo>
                    <a:pt x="2737" y="2336"/>
                  </a:lnTo>
                  <a:lnTo>
                    <a:pt x="2570" y="2770"/>
                  </a:lnTo>
                  <a:lnTo>
                    <a:pt x="2403" y="3203"/>
                  </a:lnTo>
                  <a:lnTo>
                    <a:pt x="2269" y="3637"/>
                  </a:lnTo>
                  <a:lnTo>
                    <a:pt x="2036" y="4504"/>
                  </a:lnTo>
                  <a:lnTo>
                    <a:pt x="1769" y="5539"/>
                  </a:lnTo>
                  <a:lnTo>
                    <a:pt x="1535" y="6573"/>
                  </a:lnTo>
                  <a:lnTo>
                    <a:pt x="1102" y="8641"/>
                  </a:lnTo>
                  <a:lnTo>
                    <a:pt x="768" y="10710"/>
                  </a:lnTo>
                  <a:lnTo>
                    <a:pt x="501" y="12812"/>
                  </a:lnTo>
                  <a:lnTo>
                    <a:pt x="301" y="14914"/>
                  </a:lnTo>
                  <a:lnTo>
                    <a:pt x="134" y="17015"/>
                  </a:lnTo>
                  <a:lnTo>
                    <a:pt x="34" y="19117"/>
                  </a:lnTo>
                  <a:lnTo>
                    <a:pt x="1" y="21219"/>
                  </a:lnTo>
                  <a:lnTo>
                    <a:pt x="1" y="23354"/>
                  </a:lnTo>
                  <a:lnTo>
                    <a:pt x="68" y="25456"/>
                  </a:lnTo>
                  <a:lnTo>
                    <a:pt x="134" y="27458"/>
                  </a:lnTo>
                  <a:lnTo>
                    <a:pt x="201" y="28459"/>
                  </a:lnTo>
                  <a:lnTo>
                    <a:pt x="268" y="29460"/>
                  </a:lnTo>
                  <a:lnTo>
                    <a:pt x="334" y="29993"/>
                  </a:lnTo>
                  <a:lnTo>
                    <a:pt x="401" y="30527"/>
                  </a:lnTo>
                  <a:lnTo>
                    <a:pt x="501" y="31061"/>
                  </a:lnTo>
                  <a:lnTo>
                    <a:pt x="635" y="31595"/>
                  </a:lnTo>
                  <a:lnTo>
                    <a:pt x="801" y="32129"/>
                  </a:lnTo>
                  <a:lnTo>
                    <a:pt x="1002" y="32629"/>
                  </a:lnTo>
                  <a:lnTo>
                    <a:pt x="1235" y="33129"/>
                  </a:lnTo>
                  <a:lnTo>
                    <a:pt x="1535" y="33597"/>
                  </a:lnTo>
                  <a:lnTo>
                    <a:pt x="1736" y="33863"/>
                  </a:lnTo>
                  <a:lnTo>
                    <a:pt x="1969" y="34130"/>
                  </a:lnTo>
                  <a:lnTo>
                    <a:pt x="2236" y="34364"/>
                  </a:lnTo>
                  <a:lnTo>
                    <a:pt x="2503" y="34564"/>
                  </a:lnTo>
                  <a:lnTo>
                    <a:pt x="2803" y="34764"/>
                  </a:lnTo>
                  <a:lnTo>
                    <a:pt x="3137" y="34964"/>
                  </a:lnTo>
                  <a:lnTo>
                    <a:pt x="3437" y="35098"/>
                  </a:lnTo>
                  <a:lnTo>
                    <a:pt x="3771" y="35231"/>
                  </a:lnTo>
                  <a:lnTo>
                    <a:pt x="4104" y="35331"/>
                  </a:lnTo>
                  <a:lnTo>
                    <a:pt x="4471" y="35431"/>
                  </a:lnTo>
                  <a:lnTo>
                    <a:pt x="4805" y="35465"/>
                  </a:lnTo>
                  <a:lnTo>
                    <a:pt x="5172" y="35498"/>
                  </a:lnTo>
                  <a:lnTo>
                    <a:pt x="5539" y="35498"/>
                  </a:lnTo>
                  <a:lnTo>
                    <a:pt x="5873" y="35465"/>
                  </a:lnTo>
                  <a:lnTo>
                    <a:pt x="6206" y="35431"/>
                  </a:lnTo>
                  <a:lnTo>
                    <a:pt x="6573" y="35331"/>
                  </a:lnTo>
                  <a:lnTo>
                    <a:pt x="6640" y="35331"/>
                  </a:lnTo>
                  <a:lnTo>
                    <a:pt x="7007" y="35165"/>
                  </a:lnTo>
                  <a:lnTo>
                    <a:pt x="7374" y="34964"/>
                  </a:lnTo>
                  <a:lnTo>
                    <a:pt x="7741" y="34764"/>
                  </a:lnTo>
                  <a:lnTo>
                    <a:pt x="8075" y="34497"/>
                  </a:lnTo>
                  <a:lnTo>
                    <a:pt x="8375" y="34164"/>
                  </a:lnTo>
                  <a:lnTo>
                    <a:pt x="8675" y="33830"/>
                  </a:lnTo>
                  <a:lnTo>
                    <a:pt x="8909" y="33463"/>
                  </a:lnTo>
                  <a:lnTo>
                    <a:pt x="9142" y="33063"/>
                  </a:lnTo>
                  <a:lnTo>
                    <a:pt x="9309" y="32662"/>
                  </a:lnTo>
                  <a:lnTo>
                    <a:pt x="9476" y="32262"/>
                  </a:lnTo>
                  <a:lnTo>
                    <a:pt x="9609" y="31828"/>
                  </a:lnTo>
                  <a:lnTo>
                    <a:pt x="9709" y="31395"/>
                  </a:lnTo>
                  <a:lnTo>
                    <a:pt x="9909" y="30427"/>
                  </a:lnTo>
                  <a:lnTo>
                    <a:pt x="10043" y="29426"/>
                  </a:lnTo>
                  <a:lnTo>
                    <a:pt x="10210" y="27458"/>
                  </a:lnTo>
                  <a:lnTo>
                    <a:pt x="10377" y="25289"/>
                  </a:lnTo>
                  <a:lnTo>
                    <a:pt x="10510" y="23154"/>
                  </a:lnTo>
                  <a:lnTo>
                    <a:pt x="10577" y="21019"/>
                  </a:lnTo>
                  <a:lnTo>
                    <a:pt x="10610" y="18884"/>
                  </a:lnTo>
                  <a:lnTo>
                    <a:pt x="10577" y="16748"/>
                  </a:lnTo>
                  <a:lnTo>
                    <a:pt x="10510" y="14580"/>
                  </a:lnTo>
                  <a:lnTo>
                    <a:pt x="10377" y="12478"/>
                  </a:lnTo>
                  <a:lnTo>
                    <a:pt x="10210" y="10343"/>
                  </a:lnTo>
                  <a:lnTo>
                    <a:pt x="9976" y="8208"/>
                  </a:lnTo>
                  <a:lnTo>
                    <a:pt x="9676" y="6106"/>
                  </a:lnTo>
                  <a:lnTo>
                    <a:pt x="9542" y="5105"/>
                  </a:lnTo>
                  <a:lnTo>
                    <a:pt x="9342" y="4137"/>
                  </a:lnTo>
                  <a:lnTo>
                    <a:pt x="9242" y="3637"/>
                  </a:lnTo>
                  <a:lnTo>
                    <a:pt x="9109" y="3170"/>
                  </a:lnTo>
                  <a:lnTo>
                    <a:pt x="8975" y="2670"/>
                  </a:lnTo>
                  <a:lnTo>
                    <a:pt x="8775" y="2236"/>
                  </a:lnTo>
                  <a:lnTo>
                    <a:pt x="8608" y="1869"/>
                  </a:lnTo>
                  <a:lnTo>
                    <a:pt x="8375" y="1502"/>
                  </a:lnTo>
                  <a:lnTo>
                    <a:pt x="8108" y="1168"/>
                  </a:lnTo>
                  <a:lnTo>
                    <a:pt x="7841" y="868"/>
                  </a:lnTo>
                  <a:lnTo>
                    <a:pt x="7507" y="568"/>
                  </a:lnTo>
                  <a:lnTo>
                    <a:pt x="7174" y="367"/>
                  </a:lnTo>
                  <a:lnTo>
                    <a:pt x="6773" y="167"/>
                  </a:lnTo>
                  <a:lnTo>
                    <a:pt x="6373" y="34"/>
                  </a:lnTo>
                  <a:lnTo>
                    <a:pt x="59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8"/>
            <p:cNvSpPr/>
            <p:nvPr/>
          </p:nvSpPr>
          <p:spPr>
            <a:xfrm>
              <a:off x="366550" y="2241525"/>
              <a:ext cx="25" cy="850"/>
            </a:xfrm>
            <a:custGeom>
              <a:rect b="b" l="l" r="r" t="t"/>
              <a:pathLst>
                <a:path extrusionOk="0" h="34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34"/>
                  </a:lnTo>
                  <a:lnTo>
                    <a:pt x="1" y="34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8"/>
            <p:cNvSpPr/>
            <p:nvPr/>
          </p:nvSpPr>
          <p:spPr>
            <a:xfrm>
              <a:off x="354875" y="2229000"/>
              <a:ext cx="27550" cy="25900"/>
            </a:xfrm>
            <a:custGeom>
              <a:rect b="b" l="l" r="r" t="t"/>
              <a:pathLst>
                <a:path extrusionOk="0" h="1036" w="1102">
                  <a:moveTo>
                    <a:pt x="601" y="468"/>
                  </a:moveTo>
                  <a:lnTo>
                    <a:pt x="601" y="501"/>
                  </a:lnTo>
                  <a:lnTo>
                    <a:pt x="568" y="535"/>
                  </a:lnTo>
                  <a:lnTo>
                    <a:pt x="468" y="535"/>
                  </a:lnTo>
                  <a:lnTo>
                    <a:pt x="468" y="501"/>
                  </a:lnTo>
                  <a:lnTo>
                    <a:pt x="468" y="468"/>
                  </a:lnTo>
                  <a:close/>
                  <a:moveTo>
                    <a:pt x="401" y="1"/>
                  </a:moveTo>
                  <a:lnTo>
                    <a:pt x="268" y="68"/>
                  </a:lnTo>
                  <a:lnTo>
                    <a:pt x="134" y="168"/>
                  </a:lnTo>
                  <a:lnTo>
                    <a:pt x="67" y="268"/>
                  </a:lnTo>
                  <a:lnTo>
                    <a:pt x="1" y="401"/>
                  </a:lnTo>
                  <a:lnTo>
                    <a:pt x="1" y="568"/>
                  </a:lnTo>
                  <a:lnTo>
                    <a:pt x="67" y="735"/>
                  </a:lnTo>
                  <a:lnTo>
                    <a:pt x="134" y="868"/>
                  </a:lnTo>
                  <a:lnTo>
                    <a:pt x="268" y="968"/>
                  </a:lnTo>
                  <a:lnTo>
                    <a:pt x="401" y="1035"/>
                  </a:lnTo>
                  <a:lnTo>
                    <a:pt x="701" y="1035"/>
                  </a:lnTo>
                  <a:lnTo>
                    <a:pt x="835" y="968"/>
                  </a:lnTo>
                  <a:lnTo>
                    <a:pt x="968" y="868"/>
                  </a:lnTo>
                  <a:lnTo>
                    <a:pt x="1068" y="701"/>
                  </a:lnTo>
                  <a:lnTo>
                    <a:pt x="1102" y="535"/>
                  </a:lnTo>
                  <a:lnTo>
                    <a:pt x="1068" y="334"/>
                  </a:lnTo>
                  <a:lnTo>
                    <a:pt x="1002" y="201"/>
                  </a:lnTo>
                  <a:lnTo>
                    <a:pt x="868" y="68"/>
                  </a:lnTo>
                  <a:lnTo>
                    <a:pt x="7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8"/>
            <p:cNvSpPr/>
            <p:nvPr/>
          </p:nvSpPr>
          <p:spPr>
            <a:xfrm>
              <a:off x="367400" y="2240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8"/>
            <p:cNvSpPr/>
            <p:nvPr/>
          </p:nvSpPr>
          <p:spPr>
            <a:xfrm>
              <a:off x="367400" y="2240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8"/>
            <p:cNvSpPr/>
            <p:nvPr/>
          </p:nvSpPr>
          <p:spPr>
            <a:xfrm>
              <a:off x="367400" y="2240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8"/>
            <p:cNvSpPr/>
            <p:nvPr/>
          </p:nvSpPr>
          <p:spPr>
            <a:xfrm>
              <a:off x="366550" y="2240675"/>
              <a:ext cx="875" cy="875"/>
            </a:xfrm>
            <a:custGeom>
              <a:rect b="b" l="l" r="r" t="t"/>
              <a:pathLst>
                <a:path extrusionOk="0" h="35" w="35">
                  <a:moveTo>
                    <a:pt x="34" y="1"/>
                  </a:moveTo>
                  <a:lnTo>
                    <a:pt x="34" y="1"/>
                  </a:lnTo>
                  <a:lnTo>
                    <a:pt x="1" y="34"/>
                  </a:lnTo>
                  <a:lnTo>
                    <a:pt x="1" y="34"/>
                  </a:lnTo>
                  <a:lnTo>
                    <a:pt x="34" y="1"/>
                  </a:lnTo>
                  <a:lnTo>
                    <a:pt x="34" y="1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8"/>
            <p:cNvSpPr/>
            <p:nvPr/>
          </p:nvSpPr>
          <p:spPr>
            <a:xfrm>
              <a:off x="369900" y="22415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8"/>
            <p:cNvSpPr/>
            <p:nvPr/>
          </p:nvSpPr>
          <p:spPr>
            <a:xfrm>
              <a:off x="367400" y="2240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8"/>
            <p:cNvSpPr/>
            <p:nvPr/>
          </p:nvSpPr>
          <p:spPr>
            <a:xfrm>
              <a:off x="367400" y="2239850"/>
              <a:ext cx="850" cy="850"/>
            </a:xfrm>
            <a:custGeom>
              <a:rect b="b" l="l" r="r" t="t"/>
              <a:pathLst>
                <a:path extrusionOk="0" h="34" w="34">
                  <a:moveTo>
                    <a:pt x="0" y="34"/>
                  </a:moveTo>
                  <a:lnTo>
                    <a:pt x="0" y="34"/>
                  </a:lnTo>
                  <a:lnTo>
                    <a:pt x="34" y="34"/>
                  </a:lnTo>
                  <a:lnTo>
                    <a:pt x="34" y="34"/>
                  </a:lnTo>
                  <a:lnTo>
                    <a:pt x="34" y="1"/>
                  </a:lnTo>
                  <a:lnTo>
                    <a:pt x="34" y="1"/>
                  </a:lnTo>
                  <a:lnTo>
                    <a:pt x="34" y="1"/>
                  </a:lnTo>
                  <a:lnTo>
                    <a:pt x="34" y="1"/>
                  </a:lnTo>
                  <a:lnTo>
                    <a:pt x="34" y="34"/>
                  </a:lnTo>
                  <a:lnTo>
                    <a:pt x="34" y="34"/>
                  </a:lnTo>
                  <a:lnTo>
                    <a:pt x="34" y="34"/>
                  </a:lnTo>
                  <a:lnTo>
                    <a:pt x="34" y="34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8"/>
            <p:cNvSpPr/>
            <p:nvPr/>
          </p:nvSpPr>
          <p:spPr>
            <a:xfrm>
              <a:off x="531700" y="2072200"/>
              <a:ext cx="29225" cy="30900"/>
            </a:xfrm>
            <a:custGeom>
              <a:rect b="b" l="l" r="r" t="t"/>
              <a:pathLst>
                <a:path extrusionOk="0" h="1236" w="1169">
                  <a:moveTo>
                    <a:pt x="634" y="1"/>
                  </a:moveTo>
                  <a:lnTo>
                    <a:pt x="468" y="34"/>
                  </a:lnTo>
                  <a:lnTo>
                    <a:pt x="334" y="101"/>
                  </a:lnTo>
                  <a:lnTo>
                    <a:pt x="201" y="234"/>
                  </a:lnTo>
                  <a:lnTo>
                    <a:pt x="134" y="401"/>
                  </a:lnTo>
                  <a:lnTo>
                    <a:pt x="34" y="535"/>
                  </a:lnTo>
                  <a:lnTo>
                    <a:pt x="1" y="701"/>
                  </a:lnTo>
                  <a:lnTo>
                    <a:pt x="1" y="835"/>
                  </a:lnTo>
                  <a:lnTo>
                    <a:pt x="67" y="968"/>
                  </a:lnTo>
                  <a:lnTo>
                    <a:pt x="134" y="1068"/>
                  </a:lnTo>
                  <a:lnTo>
                    <a:pt x="234" y="1168"/>
                  </a:lnTo>
                  <a:lnTo>
                    <a:pt x="368" y="1202"/>
                  </a:lnTo>
                  <a:lnTo>
                    <a:pt x="534" y="1235"/>
                  </a:lnTo>
                  <a:lnTo>
                    <a:pt x="668" y="1235"/>
                  </a:lnTo>
                  <a:lnTo>
                    <a:pt x="801" y="1168"/>
                  </a:lnTo>
                  <a:lnTo>
                    <a:pt x="935" y="1102"/>
                  </a:lnTo>
                  <a:lnTo>
                    <a:pt x="1035" y="968"/>
                  </a:lnTo>
                  <a:lnTo>
                    <a:pt x="1102" y="835"/>
                  </a:lnTo>
                  <a:lnTo>
                    <a:pt x="1135" y="701"/>
                  </a:lnTo>
                  <a:lnTo>
                    <a:pt x="1168" y="535"/>
                  </a:lnTo>
                  <a:lnTo>
                    <a:pt x="1135" y="368"/>
                  </a:lnTo>
                  <a:lnTo>
                    <a:pt x="1068" y="201"/>
                  </a:lnTo>
                  <a:lnTo>
                    <a:pt x="935" y="67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8"/>
            <p:cNvSpPr/>
            <p:nvPr/>
          </p:nvSpPr>
          <p:spPr>
            <a:xfrm>
              <a:off x="387400" y="2062200"/>
              <a:ext cx="29225" cy="26700"/>
            </a:xfrm>
            <a:custGeom>
              <a:rect b="b" l="l" r="r" t="t"/>
              <a:pathLst>
                <a:path extrusionOk="0" h="1068" w="1169">
                  <a:moveTo>
                    <a:pt x="501" y="0"/>
                  </a:moveTo>
                  <a:lnTo>
                    <a:pt x="368" y="34"/>
                  </a:lnTo>
                  <a:lnTo>
                    <a:pt x="234" y="100"/>
                  </a:lnTo>
                  <a:lnTo>
                    <a:pt x="134" y="201"/>
                  </a:lnTo>
                  <a:lnTo>
                    <a:pt x="34" y="334"/>
                  </a:lnTo>
                  <a:lnTo>
                    <a:pt x="1" y="501"/>
                  </a:lnTo>
                  <a:lnTo>
                    <a:pt x="34" y="634"/>
                  </a:lnTo>
                  <a:lnTo>
                    <a:pt x="68" y="768"/>
                  </a:lnTo>
                  <a:lnTo>
                    <a:pt x="168" y="868"/>
                  </a:lnTo>
                  <a:lnTo>
                    <a:pt x="268" y="935"/>
                  </a:lnTo>
                  <a:lnTo>
                    <a:pt x="335" y="968"/>
                  </a:lnTo>
                  <a:lnTo>
                    <a:pt x="435" y="1035"/>
                  </a:lnTo>
                  <a:lnTo>
                    <a:pt x="535" y="1068"/>
                  </a:lnTo>
                  <a:lnTo>
                    <a:pt x="802" y="1068"/>
                  </a:lnTo>
                  <a:lnTo>
                    <a:pt x="935" y="1001"/>
                  </a:lnTo>
                  <a:lnTo>
                    <a:pt x="1035" y="935"/>
                  </a:lnTo>
                  <a:lnTo>
                    <a:pt x="1102" y="801"/>
                  </a:lnTo>
                  <a:lnTo>
                    <a:pt x="1135" y="701"/>
                  </a:lnTo>
                  <a:lnTo>
                    <a:pt x="1169" y="534"/>
                  </a:lnTo>
                  <a:lnTo>
                    <a:pt x="1135" y="401"/>
                  </a:lnTo>
                  <a:lnTo>
                    <a:pt x="1068" y="301"/>
                  </a:lnTo>
                  <a:lnTo>
                    <a:pt x="1002" y="201"/>
                  </a:lnTo>
                  <a:lnTo>
                    <a:pt x="902" y="100"/>
                  </a:lnTo>
                  <a:lnTo>
                    <a:pt x="768" y="34"/>
                  </a:lnTo>
                  <a:lnTo>
                    <a:pt x="6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8"/>
            <p:cNvSpPr/>
            <p:nvPr/>
          </p:nvSpPr>
          <p:spPr>
            <a:xfrm>
              <a:off x="458300" y="2239850"/>
              <a:ext cx="32550" cy="30875"/>
            </a:xfrm>
            <a:custGeom>
              <a:rect b="b" l="l" r="r" t="t"/>
              <a:pathLst>
                <a:path extrusionOk="0" h="1235" w="1302">
                  <a:moveTo>
                    <a:pt x="668" y="1"/>
                  </a:moveTo>
                  <a:lnTo>
                    <a:pt x="535" y="34"/>
                  </a:lnTo>
                  <a:lnTo>
                    <a:pt x="401" y="67"/>
                  </a:lnTo>
                  <a:lnTo>
                    <a:pt x="301" y="167"/>
                  </a:lnTo>
                  <a:lnTo>
                    <a:pt x="134" y="267"/>
                  </a:lnTo>
                  <a:lnTo>
                    <a:pt x="67" y="401"/>
                  </a:lnTo>
                  <a:lnTo>
                    <a:pt x="1" y="568"/>
                  </a:lnTo>
                  <a:lnTo>
                    <a:pt x="1" y="735"/>
                  </a:lnTo>
                  <a:lnTo>
                    <a:pt x="67" y="901"/>
                  </a:lnTo>
                  <a:lnTo>
                    <a:pt x="168" y="1035"/>
                  </a:lnTo>
                  <a:lnTo>
                    <a:pt x="268" y="1135"/>
                  </a:lnTo>
                  <a:lnTo>
                    <a:pt x="434" y="1235"/>
                  </a:lnTo>
                  <a:lnTo>
                    <a:pt x="768" y="1235"/>
                  </a:lnTo>
                  <a:lnTo>
                    <a:pt x="935" y="1168"/>
                  </a:lnTo>
                  <a:lnTo>
                    <a:pt x="1068" y="1068"/>
                  </a:lnTo>
                  <a:lnTo>
                    <a:pt x="1168" y="935"/>
                  </a:lnTo>
                  <a:lnTo>
                    <a:pt x="1268" y="801"/>
                  </a:lnTo>
                  <a:lnTo>
                    <a:pt x="1302" y="634"/>
                  </a:lnTo>
                  <a:lnTo>
                    <a:pt x="1268" y="468"/>
                  </a:lnTo>
                  <a:lnTo>
                    <a:pt x="1202" y="301"/>
                  </a:lnTo>
                  <a:lnTo>
                    <a:pt x="1102" y="167"/>
                  </a:lnTo>
                  <a:lnTo>
                    <a:pt x="968" y="67"/>
                  </a:lnTo>
                  <a:lnTo>
                    <a:pt x="801" y="34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8"/>
            <p:cNvSpPr/>
            <p:nvPr/>
          </p:nvSpPr>
          <p:spPr>
            <a:xfrm>
              <a:off x="441625" y="2057200"/>
              <a:ext cx="26725" cy="28375"/>
            </a:xfrm>
            <a:custGeom>
              <a:rect b="b" l="l" r="r" t="t"/>
              <a:pathLst>
                <a:path extrusionOk="0" h="1135" w="1069">
                  <a:moveTo>
                    <a:pt x="568" y="0"/>
                  </a:moveTo>
                  <a:lnTo>
                    <a:pt x="434" y="34"/>
                  </a:lnTo>
                  <a:lnTo>
                    <a:pt x="334" y="67"/>
                  </a:lnTo>
                  <a:lnTo>
                    <a:pt x="234" y="134"/>
                  </a:lnTo>
                  <a:lnTo>
                    <a:pt x="134" y="234"/>
                  </a:lnTo>
                  <a:lnTo>
                    <a:pt x="101" y="300"/>
                  </a:lnTo>
                  <a:lnTo>
                    <a:pt x="34" y="434"/>
                  </a:lnTo>
                  <a:lnTo>
                    <a:pt x="0" y="567"/>
                  </a:lnTo>
                  <a:lnTo>
                    <a:pt x="0" y="701"/>
                  </a:lnTo>
                  <a:lnTo>
                    <a:pt x="34" y="834"/>
                  </a:lnTo>
                  <a:lnTo>
                    <a:pt x="101" y="968"/>
                  </a:lnTo>
                  <a:lnTo>
                    <a:pt x="234" y="1034"/>
                  </a:lnTo>
                  <a:lnTo>
                    <a:pt x="334" y="1101"/>
                  </a:lnTo>
                  <a:lnTo>
                    <a:pt x="434" y="1135"/>
                  </a:lnTo>
                  <a:lnTo>
                    <a:pt x="568" y="1135"/>
                  </a:lnTo>
                  <a:lnTo>
                    <a:pt x="701" y="1101"/>
                  </a:lnTo>
                  <a:lnTo>
                    <a:pt x="801" y="1034"/>
                  </a:lnTo>
                  <a:lnTo>
                    <a:pt x="901" y="968"/>
                  </a:lnTo>
                  <a:lnTo>
                    <a:pt x="1001" y="868"/>
                  </a:lnTo>
                  <a:lnTo>
                    <a:pt x="1035" y="734"/>
                  </a:lnTo>
                  <a:lnTo>
                    <a:pt x="1068" y="634"/>
                  </a:lnTo>
                  <a:lnTo>
                    <a:pt x="1068" y="501"/>
                  </a:lnTo>
                  <a:lnTo>
                    <a:pt x="1035" y="367"/>
                  </a:lnTo>
                  <a:lnTo>
                    <a:pt x="1001" y="267"/>
                  </a:lnTo>
                  <a:lnTo>
                    <a:pt x="901" y="167"/>
                  </a:lnTo>
                  <a:lnTo>
                    <a:pt x="801" y="100"/>
                  </a:lnTo>
                  <a:lnTo>
                    <a:pt x="701" y="34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8"/>
            <p:cNvSpPr/>
            <p:nvPr/>
          </p:nvSpPr>
          <p:spPr>
            <a:xfrm>
              <a:off x="390750" y="2616850"/>
              <a:ext cx="144325" cy="153500"/>
            </a:xfrm>
            <a:custGeom>
              <a:rect b="b" l="l" r="r" t="t"/>
              <a:pathLst>
                <a:path extrusionOk="0" h="6140" w="5773">
                  <a:moveTo>
                    <a:pt x="4604" y="4004"/>
                  </a:moveTo>
                  <a:lnTo>
                    <a:pt x="4538" y="4237"/>
                  </a:lnTo>
                  <a:lnTo>
                    <a:pt x="4404" y="4438"/>
                  </a:lnTo>
                  <a:lnTo>
                    <a:pt x="4204" y="4604"/>
                  </a:lnTo>
                  <a:lnTo>
                    <a:pt x="4004" y="4705"/>
                  </a:lnTo>
                  <a:lnTo>
                    <a:pt x="3737" y="4805"/>
                  </a:lnTo>
                  <a:lnTo>
                    <a:pt x="3503" y="4871"/>
                  </a:lnTo>
                  <a:lnTo>
                    <a:pt x="3237" y="4905"/>
                  </a:lnTo>
                  <a:lnTo>
                    <a:pt x="3003" y="4938"/>
                  </a:lnTo>
                  <a:lnTo>
                    <a:pt x="2369" y="4938"/>
                  </a:lnTo>
                  <a:lnTo>
                    <a:pt x="2102" y="4871"/>
                  </a:lnTo>
                  <a:lnTo>
                    <a:pt x="1802" y="4738"/>
                  </a:lnTo>
                  <a:lnTo>
                    <a:pt x="1635" y="4638"/>
                  </a:lnTo>
                  <a:lnTo>
                    <a:pt x="1468" y="4471"/>
                  </a:lnTo>
                  <a:lnTo>
                    <a:pt x="1368" y="4304"/>
                  </a:lnTo>
                  <a:lnTo>
                    <a:pt x="1301" y="4104"/>
                  </a:lnTo>
                  <a:lnTo>
                    <a:pt x="1301" y="4104"/>
                  </a:lnTo>
                  <a:lnTo>
                    <a:pt x="1668" y="4237"/>
                  </a:lnTo>
                  <a:lnTo>
                    <a:pt x="2069" y="4338"/>
                  </a:lnTo>
                  <a:lnTo>
                    <a:pt x="2469" y="4371"/>
                  </a:lnTo>
                  <a:lnTo>
                    <a:pt x="3337" y="4371"/>
                  </a:lnTo>
                  <a:lnTo>
                    <a:pt x="3770" y="4304"/>
                  </a:lnTo>
                  <a:lnTo>
                    <a:pt x="4204" y="4171"/>
                  </a:lnTo>
                  <a:lnTo>
                    <a:pt x="4404" y="4104"/>
                  </a:lnTo>
                  <a:lnTo>
                    <a:pt x="4604" y="4004"/>
                  </a:lnTo>
                  <a:close/>
                  <a:moveTo>
                    <a:pt x="5238" y="0"/>
                  </a:moveTo>
                  <a:lnTo>
                    <a:pt x="5172" y="67"/>
                  </a:lnTo>
                  <a:lnTo>
                    <a:pt x="5138" y="101"/>
                  </a:lnTo>
                  <a:lnTo>
                    <a:pt x="5138" y="201"/>
                  </a:lnTo>
                  <a:lnTo>
                    <a:pt x="5172" y="267"/>
                  </a:lnTo>
                  <a:lnTo>
                    <a:pt x="5272" y="434"/>
                  </a:lnTo>
                  <a:lnTo>
                    <a:pt x="5338" y="601"/>
                  </a:lnTo>
                  <a:lnTo>
                    <a:pt x="5372" y="768"/>
                  </a:lnTo>
                  <a:lnTo>
                    <a:pt x="5372" y="968"/>
                  </a:lnTo>
                  <a:lnTo>
                    <a:pt x="5372" y="1135"/>
                  </a:lnTo>
                  <a:lnTo>
                    <a:pt x="5338" y="1335"/>
                  </a:lnTo>
                  <a:lnTo>
                    <a:pt x="5272" y="1502"/>
                  </a:lnTo>
                  <a:lnTo>
                    <a:pt x="5205" y="1669"/>
                  </a:lnTo>
                  <a:lnTo>
                    <a:pt x="5172" y="1735"/>
                  </a:lnTo>
                  <a:lnTo>
                    <a:pt x="5138" y="1802"/>
                  </a:lnTo>
                  <a:lnTo>
                    <a:pt x="4971" y="2002"/>
                  </a:lnTo>
                  <a:lnTo>
                    <a:pt x="4771" y="2169"/>
                  </a:lnTo>
                  <a:lnTo>
                    <a:pt x="4538" y="2269"/>
                  </a:lnTo>
                  <a:lnTo>
                    <a:pt x="4304" y="2336"/>
                  </a:lnTo>
                  <a:lnTo>
                    <a:pt x="4037" y="2403"/>
                  </a:lnTo>
                  <a:lnTo>
                    <a:pt x="3770" y="2403"/>
                  </a:lnTo>
                  <a:lnTo>
                    <a:pt x="3270" y="2436"/>
                  </a:lnTo>
                  <a:lnTo>
                    <a:pt x="2703" y="2436"/>
                  </a:lnTo>
                  <a:lnTo>
                    <a:pt x="2102" y="2403"/>
                  </a:lnTo>
                  <a:lnTo>
                    <a:pt x="1535" y="2336"/>
                  </a:lnTo>
                  <a:lnTo>
                    <a:pt x="968" y="2236"/>
                  </a:lnTo>
                  <a:lnTo>
                    <a:pt x="734" y="2136"/>
                  </a:lnTo>
                  <a:lnTo>
                    <a:pt x="568" y="2036"/>
                  </a:lnTo>
                  <a:lnTo>
                    <a:pt x="501" y="1935"/>
                  </a:lnTo>
                  <a:lnTo>
                    <a:pt x="434" y="1835"/>
                  </a:lnTo>
                  <a:lnTo>
                    <a:pt x="401" y="1735"/>
                  </a:lnTo>
                  <a:lnTo>
                    <a:pt x="401" y="1602"/>
                  </a:lnTo>
                  <a:lnTo>
                    <a:pt x="401" y="1335"/>
                  </a:lnTo>
                  <a:lnTo>
                    <a:pt x="434" y="1035"/>
                  </a:lnTo>
                  <a:lnTo>
                    <a:pt x="501" y="434"/>
                  </a:lnTo>
                  <a:lnTo>
                    <a:pt x="501" y="367"/>
                  </a:lnTo>
                  <a:lnTo>
                    <a:pt x="467" y="301"/>
                  </a:lnTo>
                  <a:lnTo>
                    <a:pt x="401" y="267"/>
                  </a:lnTo>
                  <a:lnTo>
                    <a:pt x="267" y="267"/>
                  </a:lnTo>
                  <a:lnTo>
                    <a:pt x="201" y="301"/>
                  </a:lnTo>
                  <a:lnTo>
                    <a:pt x="167" y="367"/>
                  </a:lnTo>
                  <a:lnTo>
                    <a:pt x="134" y="434"/>
                  </a:lnTo>
                  <a:lnTo>
                    <a:pt x="67" y="1001"/>
                  </a:lnTo>
                  <a:lnTo>
                    <a:pt x="0" y="1535"/>
                  </a:lnTo>
                  <a:lnTo>
                    <a:pt x="34" y="1702"/>
                  </a:lnTo>
                  <a:lnTo>
                    <a:pt x="34" y="1869"/>
                  </a:lnTo>
                  <a:lnTo>
                    <a:pt x="100" y="2036"/>
                  </a:lnTo>
                  <a:lnTo>
                    <a:pt x="201" y="2169"/>
                  </a:lnTo>
                  <a:lnTo>
                    <a:pt x="267" y="2669"/>
                  </a:lnTo>
                  <a:lnTo>
                    <a:pt x="401" y="3103"/>
                  </a:lnTo>
                  <a:lnTo>
                    <a:pt x="467" y="3303"/>
                  </a:lnTo>
                  <a:lnTo>
                    <a:pt x="601" y="3503"/>
                  </a:lnTo>
                  <a:lnTo>
                    <a:pt x="734" y="3704"/>
                  </a:lnTo>
                  <a:lnTo>
                    <a:pt x="901" y="3870"/>
                  </a:lnTo>
                  <a:lnTo>
                    <a:pt x="901" y="4037"/>
                  </a:lnTo>
                  <a:lnTo>
                    <a:pt x="934" y="4204"/>
                  </a:lnTo>
                  <a:lnTo>
                    <a:pt x="968" y="4371"/>
                  </a:lnTo>
                  <a:lnTo>
                    <a:pt x="1035" y="4504"/>
                  </a:lnTo>
                  <a:lnTo>
                    <a:pt x="1135" y="4638"/>
                  </a:lnTo>
                  <a:lnTo>
                    <a:pt x="1235" y="4771"/>
                  </a:lnTo>
                  <a:lnTo>
                    <a:pt x="1502" y="5005"/>
                  </a:lnTo>
                  <a:lnTo>
                    <a:pt x="1735" y="5138"/>
                  </a:lnTo>
                  <a:lnTo>
                    <a:pt x="1769" y="5305"/>
                  </a:lnTo>
                  <a:lnTo>
                    <a:pt x="1835" y="5472"/>
                  </a:lnTo>
                  <a:lnTo>
                    <a:pt x="1935" y="5639"/>
                  </a:lnTo>
                  <a:lnTo>
                    <a:pt x="2069" y="5805"/>
                  </a:lnTo>
                  <a:lnTo>
                    <a:pt x="2236" y="5939"/>
                  </a:lnTo>
                  <a:lnTo>
                    <a:pt x="2436" y="6039"/>
                  </a:lnTo>
                  <a:lnTo>
                    <a:pt x="2636" y="6106"/>
                  </a:lnTo>
                  <a:lnTo>
                    <a:pt x="2836" y="6139"/>
                  </a:lnTo>
                  <a:lnTo>
                    <a:pt x="3036" y="6139"/>
                  </a:lnTo>
                  <a:lnTo>
                    <a:pt x="3270" y="6106"/>
                  </a:lnTo>
                  <a:lnTo>
                    <a:pt x="3437" y="6006"/>
                  </a:lnTo>
                  <a:lnTo>
                    <a:pt x="3637" y="5906"/>
                  </a:lnTo>
                  <a:lnTo>
                    <a:pt x="3804" y="5772"/>
                  </a:lnTo>
                  <a:lnTo>
                    <a:pt x="3937" y="5605"/>
                  </a:lnTo>
                  <a:lnTo>
                    <a:pt x="4037" y="5405"/>
                  </a:lnTo>
                  <a:lnTo>
                    <a:pt x="4071" y="5205"/>
                  </a:lnTo>
                  <a:lnTo>
                    <a:pt x="4071" y="5105"/>
                  </a:lnTo>
                  <a:lnTo>
                    <a:pt x="4271" y="5005"/>
                  </a:lnTo>
                  <a:lnTo>
                    <a:pt x="4438" y="4905"/>
                  </a:lnTo>
                  <a:lnTo>
                    <a:pt x="4671" y="4671"/>
                  </a:lnTo>
                  <a:lnTo>
                    <a:pt x="4871" y="4371"/>
                  </a:lnTo>
                  <a:lnTo>
                    <a:pt x="4938" y="4237"/>
                  </a:lnTo>
                  <a:lnTo>
                    <a:pt x="5005" y="4071"/>
                  </a:lnTo>
                  <a:lnTo>
                    <a:pt x="5005" y="3904"/>
                  </a:lnTo>
                  <a:lnTo>
                    <a:pt x="5005" y="3737"/>
                  </a:lnTo>
                  <a:lnTo>
                    <a:pt x="5205" y="3537"/>
                  </a:lnTo>
                  <a:lnTo>
                    <a:pt x="5338" y="3303"/>
                  </a:lnTo>
                  <a:lnTo>
                    <a:pt x="5438" y="3103"/>
                  </a:lnTo>
                  <a:lnTo>
                    <a:pt x="5505" y="2870"/>
                  </a:lnTo>
                  <a:lnTo>
                    <a:pt x="5539" y="2636"/>
                  </a:lnTo>
                  <a:lnTo>
                    <a:pt x="5572" y="2369"/>
                  </a:lnTo>
                  <a:lnTo>
                    <a:pt x="5539" y="1835"/>
                  </a:lnTo>
                  <a:lnTo>
                    <a:pt x="5605" y="1735"/>
                  </a:lnTo>
                  <a:lnTo>
                    <a:pt x="5672" y="1535"/>
                  </a:lnTo>
                  <a:lnTo>
                    <a:pt x="5739" y="1302"/>
                  </a:lnTo>
                  <a:lnTo>
                    <a:pt x="5739" y="1101"/>
                  </a:lnTo>
                  <a:lnTo>
                    <a:pt x="5772" y="901"/>
                  </a:lnTo>
                  <a:lnTo>
                    <a:pt x="5739" y="668"/>
                  </a:lnTo>
                  <a:lnTo>
                    <a:pt x="5672" y="467"/>
                  </a:lnTo>
                  <a:lnTo>
                    <a:pt x="5605" y="267"/>
                  </a:lnTo>
                  <a:lnTo>
                    <a:pt x="5505" y="67"/>
                  </a:lnTo>
                  <a:lnTo>
                    <a:pt x="543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8"/>
            <p:cNvSpPr/>
            <p:nvPr/>
          </p:nvSpPr>
          <p:spPr>
            <a:xfrm>
              <a:off x="246450" y="2226500"/>
              <a:ext cx="34225" cy="13375"/>
            </a:xfrm>
            <a:custGeom>
              <a:rect b="b" l="l" r="r" t="t"/>
              <a:pathLst>
                <a:path extrusionOk="0" h="535" w="1369">
                  <a:moveTo>
                    <a:pt x="1102" y="1"/>
                  </a:moveTo>
                  <a:lnTo>
                    <a:pt x="234" y="68"/>
                  </a:lnTo>
                  <a:lnTo>
                    <a:pt x="134" y="101"/>
                  </a:lnTo>
                  <a:lnTo>
                    <a:pt x="67" y="134"/>
                  </a:lnTo>
                  <a:lnTo>
                    <a:pt x="1" y="201"/>
                  </a:lnTo>
                  <a:lnTo>
                    <a:pt x="1" y="301"/>
                  </a:lnTo>
                  <a:lnTo>
                    <a:pt x="1" y="401"/>
                  </a:lnTo>
                  <a:lnTo>
                    <a:pt x="67" y="468"/>
                  </a:lnTo>
                  <a:lnTo>
                    <a:pt x="134" y="535"/>
                  </a:lnTo>
                  <a:lnTo>
                    <a:pt x="234" y="535"/>
                  </a:lnTo>
                  <a:lnTo>
                    <a:pt x="1102" y="468"/>
                  </a:lnTo>
                  <a:lnTo>
                    <a:pt x="1202" y="434"/>
                  </a:lnTo>
                  <a:lnTo>
                    <a:pt x="1268" y="401"/>
                  </a:lnTo>
                  <a:lnTo>
                    <a:pt x="1335" y="334"/>
                  </a:lnTo>
                  <a:lnTo>
                    <a:pt x="1368" y="234"/>
                  </a:lnTo>
                  <a:lnTo>
                    <a:pt x="1335" y="134"/>
                  </a:lnTo>
                  <a:lnTo>
                    <a:pt x="1268" y="68"/>
                  </a:lnTo>
                  <a:lnTo>
                    <a:pt x="12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8"/>
            <p:cNvSpPr/>
            <p:nvPr/>
          </p:nvSpPr>
          <p:spPr>
            <a:xfrm>
              <a:off x="238125" y="2179800"/>
              <a:ext cx="41725" cy="15875"/>
            </a:xfrm>
            <a:custGeom>
              <a:rect b="b" l="l" r="r" t="t"/>
              <a:pathLst>
                <a:path extrusionOk="0" h="635" w="1669">
                  <a:moveTo>
                    <a:pt x="1435" y="0"/>
                  </a:moveTo>
                  <a:lnTo>
                    <a:pt x="234" y="167"/>
                  </a:lnTo>
                  <a:lnTo>
                    <a:pt x="133" y="167"/>
                  </a:lnTo>
                  <a:lnTo>
                    <a:pt x="67" y="234"/>
                  </a:lnTo>
                  <a:lnTo>
                    <a:pt x="33" y="301"/>
                  </a:lnTo>
                  <a:lnTo>
                    <a:pt x="0" y="401"/>
                  </a:lnTo>
                  <a:lnTo>
                    <a:pt x="33" y="468"/>
                  </a:lnTo>
                  <a:lnTo>
                    <a:pt x="67" y="568"/>
                  </a:lnTo>
                  <a:lnTo>
                    <a:pt x="133" y="601"/>
                  </a:lnTo>
                  <a:lnTo>
                    <a:pt x="234" y="634"/>
                  </a:lnTo>
                  <a:lnTo>
                    <a:pt x="1435" y="468"/>
                  </a:lnTo>
                  <a:lnTo>
                    <a:pt x="1535" y="434"/>
                  </a:lnTo>
                  <a:lnTo>
                    <a:pt x="1601" y="401"/>
                  </a:lnTo>
                  <a:lnTo>
                    <a:pt x="1668" y="301"/>
                  </a:lnTo>
                  <a:lnTo>
                    <a:pt x="1668" y="234"/>
                  </a:lnTo>
                  <a:lnTo>
                    <a:pt x="1668" y="134"/>
                  </a:lnTo>
                  <a:lnTo>
                    <a:pt x="1601" y="67"/>
                  </a:lnTo>
                  <a:lnTo>
                    <a:pt x="15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8"/>
            <p:cNvSpPr/>
            <p:nvPr/>
          </p:nvSpPr>
          <p:spPr>
            <a:xfrm>
              <a:off x="242275" y="1981300"/>
              <a:ext cx="60075" cy="21700"/>
            </a:xfrm>
            <a:custGeom>
              <a:rect b="b" l="l" r="r" t="t"/>
              <a:pathLst>
                <a:path extrusionOk="0" h="868" w="2403">
                  <a:moveTo>
                    <a:pt x="201" y="0"/>
                  </a:moveTo>
                  <a:lnTo>
                    <a:pt x="101" y="34"/>
                  </a:lnTo>
                  <a:lnTo>
                    <a:pt x="68" y="100"/>
                  </a:lnTo>
                  <a:lnTo>
                    <a:pt x="1" y="167"/>
                  </a:lnTo>
                  <a:lnTo>
                    <a:pt x="1" y="267"/>
                  </a:lnTo>
                  <a:lnTo>
                    <a:pt x="34" y="334"/>
                  </a:lnTo>
                  <a:lnTo>
                    <a:pt x="68" y="434"/>
                  </a:lnTo>
                  <a:lnTo>
                    <a:pt x="168" y="467"/>
                  </a:lnTo>
                  <a:lnTo>
                    <a:pt x="668" y="601"/>
                  </a:lnTo>
                  <a:lnTo>
                    <a:pt x="1169" y="701"/>
                  </a:lnTo>
                  <a:lnTo>
                    <a:pt x="1669" y="801"/>
                  </a:lnTo>
                  <a:lnTo>
                    <a:pt x="2169" y="868"/>
                  </a:lnTo>
                  <a:lnTo>
                    <a:pt x="2269" y="868"/>
                  </a:lnTo>
                  <a:lnTo>
                    <a:pt x="2336" y="801"/>
                  </a:lnTo>
                  <a:lnTo>
                    <a:pt x="2403" y="734"/>
                  </a:lnTo>
                  <a:lnTo>
                    <a:pt x="2403" y="634"/>
                  </a:lnTo>
                  <a:lnTo>
                    <a:pt x="2403" y="567"/>
                  </a:lnTo>
                  <a:lnTo>
                    <a:pt x="2336" y="467"/>
                  </a:lnTo>
                  <a:lnTo>
                    <a:pt x="2269" y="434"/>
                  </a:lnTo>
                  <a:lnTo>
                    <a:pt x="2169" y="401"/>
                  </a:lnTo>
                  <a:lnTo>
                    <a:pt x="1702" y="334"/>
                  </a:lnTo>
                  <a:lnTo>
                    <a:pt x="1235" y="267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8"/>
            <p:cNvSpPr/>
            <p:nvPr/>
          </p:nvSpPr>
          <p:spPr>
            <a:xfrm>
              <a:off x="254800" y="1892875"/>
              <a:ext cx="47550" cy="25050"/>
            </a:xfrm>
            <a:custGeom>
              <a:rect b="b" l="l" r="r" t="t"/>
              <a:pathLst>
                <a:path extrusionOk="0" h="1002" w="1902">
                  <a:moveTo>
                    <a:pt x="167" y="1"/>
                  </a:moveTo>
                  <a:lnTo>
                    <a:pt x="67" y="34"/>
                  </a:lnTo>
                  <a:lnTo>
                    <a:pt x="0" y="101"/>
                  </a:lnTo>
                  <a:lnTo>
                    <a:pt x="0" y="201"/>
                  </a:lnTo>
                  <a:lnTo>
                    <a:pt x="0" y="268"/>
                  </a:lnTo>
                  <a:lnTo>
                    <a:pt x="34" y="368"/>
                  </a:lnTo>
                  <a:lnTo>
                    <a:pt x="100" y="434"/>
                  </a:lnTo>
                  <a:lnTo>
                    <a:pt x="834" y="735"/>
                  </a:lnTo>
                  <a:lnTo>
                    <a:pt x="1602" y="1002"/>
                  </a:lnTo>
                  <a:lnTo>
                    <a:pt x="1802" y="1002"/>
                  </a:lnTo>
                  <a:lnTo>
                    <a:pt x="1869" y="935"/>
                  </a:lnTo>
                  <a:lnTo>
                    <a:pt x="1902" y="835"/>
                  </a:lnTo>
                  <a:lnTo>
                    <a:pt x="1902" y="768"/>
                  </a:lnTo>
                  <a:lnTo>
                    <a:pt x="1869" y="668"/>
                  </a:lnTo>
                  <a:lnTo>
                    <a:pt x="1802" y="601"/>
                  </a:lnTo>
                  <a:lnTo>
                    <a:pt x="1735" y="568"/>
                  </a:lnTo>
                  <a:lnTo>
                    <a:pt x="1034" y="334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8"/>
            <p:cNvSpPr/>
            <p:nvPr/>
          </p:nvSpPr>
          <p:spPr>
            <a:xfrm>
              <a:off x="297325" y="1791125"/>
              <a:ext cx="39225" cy="35900"/>
            </a:xfrm>
            <a:custGeom>
              <a:rect b="b" l="l" r="r" t="t"/>
              <a:pathLst>
                <a:path extrusionOk="0" h="1436" w="1569">
                  <a:moveTo>
                    <a:pt x="201" y="1"/>
                  </a:moveTo>
                  <a:lnTo>
                    <a:pt x="134" y="34"/>
                  </a:lnTo>
                  <a:lnTo>
                    <a:pt x="67" y="67"/>
                  </a:lnTo>
                  <a:lnTo>
                    <a:pt x="1" y="167"/>
                  </a:lnTo>
                  <a:lnTo>
                    <a:pt x="1" y="234"/>
                  </a:lnTo>
                  <a:lnTo>
                    <a:pt x="1" y="334"/>
                  </a:lnTo>
                  <a:lnTo>
                    <a:pt x="67" y="401"/>
                  </a:lnTo>
                  <a:lnTo>
                    <a:pt x="301" y="701"/>
                  </a:lnTo>
                  <a:lnTo>
                    <a:pt x="601" y="968"/>
                  </a:lnTo>
                  <a:lnTo>
                    <a:pt x="902" y="1202"/>
                  </a:lnTo>
                  <a:lnTo>
                    <a:pt x="1235" y="1435"/>
                  </a:lnTo>
                  <a:lnTo>
                    <a:pt x="1402" y="1435"/>
                  </a:lnTo>
                  <a:lnTo>
                    <a:pt x="1502" y="1402"/>
                  </a:lnTo>
                  <a:lnTo>
                    <a:pt x="1535" y="1335"/>
                  </a:lnTo>
                  <a:lnTo>
                    <a:pt x="1569" y="1235"/>
                  </a:lnTo>
                  <a:lnTo>
                    <a:pt x="1569" y="1168"/>
                  </a:lnTo>
                  <a:lnTo>
                    <a:pt x="1535" y="1068"/>
                  </a:lnTo>
                  <a:lnTo>
                    <a:pt x="1469" y="1001"/>
                  </a:lnTo>
                  <a:lnTo>
                    <a:pt x="1168" y="801"/>
                  </a:lnTo>
                  <a:lnTo>
                    <a:pt x="1068" y="768"/>
                  </a:lnTo>
                  <a:lnTo>
                    <a:pt x="1068" y="735"/>
                  </a:lnTo>
                  <a:lnTo>
                    <a:pt x="1035" y="735"/>
                  </a:lnTo>
                  <a:lnTo>
                    <a:pt x="902" y="601"/>
                  </a:lnTo>
                  <a:lnTo>
                    <a:pt x="635" y="368"/>
                  </a:lnTo>
                  <a:lnTo>
                    <a:pt x="368" y="67"/>
                  </a:lnTo>
                  <a:lnTo>
                    <a:pt x="301" y="34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8"/>
            <p:cNvSpPr/>
            <p:nvPr/>
          </p:nvSpPr>
          <p:spPr>
            <a:xfrm>
              <a:off x="434125" y="1688525"/>
              <a:ext cx="15875" cy="30075"/>
            </a:xfrm>
            <a:custGeom>
              <a:rect b="b" l="l" r="r" t="t"/>
              <a:pathLst>
                <a:path extrusionOk="0" h="1203" w="635">
                  <a:moveTo>
                    <a:pt x="167" y="1"/>
                  </a:moveTo>
                  <a:lnTo>
                    <a:pt x="100" y="34"/>
                  </a:lnTo>
                  <a:lnTo>
                    <a:pt x="34" y="101"/>
                  </a:lnTo>
                  <a:lnTo>
                    <a:pt x="0" y="201"/>
                  </a:lnTo>
                  <a:lnTo>
                    <a:pt x="0" y="301"/>
                  </a:lnTo>
                  <a:lnTo>
                    <a:pt x="167" y="1002"/>
                  </a:lnTo>
                  <a:lnTo>
                    <a:pt x="234" y="1102"/>
                  </a:lnTo>
                  <a:lnTo>
                    <a:pt x="300" y="1169"/>
                  </a:lnTo>
                  <a:lnTo>
                    <a:pt x="367" y="1202"/>
                  </a:lnTo>
                  <a:lnTo>
                    <a:pt x="467" y="1169"/>
                  </a:lnTo>
                  <a:lnTo>
                    <a:pt x="534" y="1135"/>
                  </a:lnTo>
                  <a:lnTo>
                    <a:pt x="601" y="1069"/>
                  </a:lnTo>
                  <a:lnTo>
                    <a:pt x="634" y="968"/>
                  </a:lnTo>
                  <a:lnTo>
                    <a:pt x="634" y="902"/>
                  </a:lnTo>
                  <a:lnTo>
                    <a:pt x="467" y="168"/>
                  </a:lnTo>
                  <a:lnTo>
                    <a:pt x="434" y="68"/>
                  </a:lnTo>
                  <a:lnTo>
                    <a:pt x="367" y="34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8"/>
            <p:cNvSpPr/>
            <p:nvPr/>
          </p:nvSpPr>
          <p:spPr>
            <a:xfrm>
              <a:off x="489175" y="1680200"/>
              <a:ext cx="13350" cy="31725"/>
            </a:xfrm>
            <a:custGeom>
              <a:rect b="b" l="l" r="r" t="t"/>
              <a:pathLst>
                <a:path extrusionOk="0" h="1269" w="534">
                  <a:moveTo>
                    <a:pt x="234" y="0"/>
                  </a:moveTo>
                  <a:lnTo>
                    <a:pt x="134" y="34"/>
                  </a:lnTo>
                  <a:lnTo>
                    <a:pt x="67" y="67"/>
                  </a:lnTo>
                  <a:lnTo>
                    <a:pt x="0" y="134"/>
                  </a:lnTo>
                  <a:lnTo>
                    <a:pt x="0" y="234"/>
                  </a:lnTo>
                  <a:lnTo>
                    <a:pt x="67" y="1035"/>
                  </a:lnTo>
                  <a:lnTo>
                    <a:pt x="100" y="1135"/>
                  </a:lnTo>
                  <a:lnTo>
                    <a:pt x="134" y="1201"/>
                  </a:lnTo>
                  <a:lnTo>
                    <a:pt x="200" y="1268"/>
                  </a:lnTo>
                  <a:lnTo>
                    <a:pt x="400" y="1268"/>
                  </a:lnTo>
                  <a:lnTo>
                    <a:pt x="467" y="1201"/>
                  </a:lnTo>
                  <a:lnTo>
                    <a:pt x="534" y="1135"/>
                  </a:lnTo>
                  <a:lnTo>
                    <a:pt x="534" y="1035"/>
                  </a:lnTo>
                  <a:lnTo>
                    <a:pt x="467" y="234"/>
                  </a:lnTo>
                  <a:lnTo>
                    <a:pt x="434" y="134"/>
                  </a:lnTo>
                  <a:lnTo>
                    <a:pt x="400" y="67"/>
                  </a:lnTo>
                  <a:lnTo>
                    <a:pt x="300" y="34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8"/>
            <p:cNvSpPr/>
            <p:nvPr/>
          </p:nvSpPr>
          <p:spPr>
            <a:xfrm>
              <a:off x="595925" y="1751100"/>
              <a:ext cx="35900" cy="37550"/>
            </a:xfrm>
            <a:custGeom>
              <a:rect b="b" l="l" r="r" t="t"/>
              <a:pathLst>
                <a:path extrusionOk="0" h="1502" w="1436">
                  <a:moveTo>
                    <a:pt x="1101" y="0"/>
                  </a:moveTo>
                  <a:lnTo>
                    <a:pt x="1035" y="67"/>
                  </a:lnTo>
                  <a:lnTo>
                    <a:pt x="67" y="1101"/>
                  </a:lnTo>
                  <a:lnTo>
                    <a:pt x="1" y="1168"/>
                  </a:lnTo>
                  <a:lnTo>
                    <a:pt x="1" y="1268"/>
                  </a:lnTo>
                  <a:lnTo>
                    <a:pt x="1" y="1368"/>
                  </a:lnTo>
                  <a:lnTo>
                    <a:pt x="67" y="1435"/>
                  </a:lnTo>
                  <a:lnTo>
                    <a:pt x="134" y="1501"/>
                  </a:lnTo>
                  <a:lnTo>
                    <a:pt x="334" y="1501"/>
                  </a:lnTo>
                  <a:lnTo>
                    <a:pt x="401" y="1435"/>
                  </a:lnTo>
                  <a:lnTo>
                    <a:pt x="1368" y="401"/>
                  </a:lnTo>
                  <a:lnTo>
                    <a:pt x="1402" y="300"/>
                  </a:lnTo>
                  <a:lnTo>
                    <a:pt x="1435" y="234"/>
                  </a:lnTo>
                  <a:lnTo>
                    <a:pt x="1435" y="134"/>
                  </a:lnTo>
                  <a:lnTo>
                    <a:pt x="1368" y="67"/>
                  </a:lnTo>
                  <a:lnTo>
                    <a:pt x="13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8"/>
            <p:cNvSpPr/>
            <p:nvPr/>
          </p:nvSpPr>
          <p:spPr>
            <a:xfrm>
              <a:off x="654300" y="1902900"/>
              <a:ext cx="30050" cy="23375"/>
            </a:xfrm>
            <a:custGeom>
              <a:rect b="b" l="l" r="r" t="t"/>
              <a:pathLst>
                <a:path extrusionOk="0" h="935" w="1202">
                  <a:moveTo>
                    <a:pt x="935" y="0"/>
                  </a:moveTo>
                  <a:lnTo>
                    <a:pt x="868" y="33"/>
                  </a:lnTo>
                  <a:lnTo>
                    <a:pt x="134" y="501"/>
                  </a:lnTo>
                  <a:lnTo>
                    <a:pt x="68" y="567"/>
                  </a:lnTo>
                  <a:lnTo>
                    <a:pt x="34" y="634"/>
                  </a:lnTo>
                  <a:lnTo>
                    <a:pt x="1" y="734"/>
                  </a:lnTo>
                  <a:lnTo>
                    <a:pt x="34" y="834"/>
                  </a:lnTo>
                  <a:lnTo>
                    <a:pt x="101" y="901"/>
                  </a:lnTo>
                  <a:lnTo>
                    <a:pt x="201" y="934"/>
                  </a:lnTo>
                  <a:lnTo>
                    <a:pt x="268" y="934"/>
                  </a:lnTo>
                  <a:lnTo>
                    <a:pt x="368" y="901"/>
                  </a:lnTo>
                  <a:lnTo>
                    <a:pt x="1102" y="434"/>
                  </a:lnTo>
                  <a:lnTo>
                    <a:pt x="1169" y="367"/>
                  </a:lnTo>
                  <a:lnTo>
                    <a:pt x="1202" y="267"/>
                  </a:lnTo>
                  <a:lnTo>
                    <a:pt x="1202" y="200"/>
                  </a:lnTo>
                  <a:lnTo>
                    <a:pt x="1169" y="100"/>
                  </a:lnTo>
                  <a:lnTo>
                    <a:pt x="1102" y="33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8"/>
            <p:cNvSpPr/>
            <p:nvPr/>
          </p:nvSpPr>
          <p:spPr>
            <a:xfrm>
              <a:off x="623450" y="2106400"/>
              <a:ext cx="30050" cy="14200"/>
            </a:xfrm>
            <a:custGeom>
              <a:rect b="b" l="l" r="r" t="t"/>
              <a:pathLst>
                <a:path extrusionOk="0" h="568" w="1202">
                  <a:moveTo>
                    <a:pt x="234" y="1"/>
                  </a:moveTo>
                  <a:lnTo>
                    <a:pt x="134" y="34"/>
                  </a:lnTo>
                  <a:lnTo>
                    <a:pt x="67" y="101"/>
                  </a:lnTo>
                  <a:lnTo>
                    <a:pt x="0" y="167"/>
                  </a:lnTo>
                  <a:lnTo>
                    <a:pt x="0" y="234"/>
                  </a:lnTo>
                  <a:lnTo>
                    <a:pt x="0" y="334"/>
                  </a:lnTo>
                  <a:lnTo>
                    <a:pt x="67" y="401"/>
                  </a:lnTo>
                  <a:lnTo>
                    <a:pt x="134" y="468"/>
                  </a:lnTo>
                  <a:lnTo>
                    <a:pt x="234" y="501"/>
                  </a:lnTo>
                  <a:lnTo>
                    <a:pt x="968" y="568"/>
                  </a:lnTo>
                  <a:lnTo>
                    <a:pt x="1035" y="534"/>
                  </a:lnTo>
                  <a:lnTo>
                    <a:pt x="1135" y="501"/>
                  </a:lnTo>
                  <a:lnTo>
                    <a:pt x="1168" y="434"/>
                  </a:lnTo>
                  <a:lnTo>
                    <a:pt x="1202" y="334"/>
                  </a:lnTo>
                  <a:lnTo>
                    <a:pt x="1168" y="234"/>
                  </a:lnTo>
                  <a:lnTo>
                    <a:pt x="1135" y="167"/>
                  </a:lnTo>
                  <a:lnTo>
                    <a:pt x="1035" y="134"/>
                  </a:lnTo>
                  <a:lnTo>
                    <a:pt x="968" y="101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8"/>
            <p:cNvSpPr/>
            <p:nvPr/>
          </p:nvSpPr>
          <p:spPr>
            <a:xfrm>
              <a:off x="619275" y="2185650"/>
              <a:ext cx="38400" cy="11700"/>
            </a:xfrm>
            <a:custGeom>
              <a:rect b="b" l="l" r="r" t="t"/>
              <a:pathLst>
                <a:path extrusionOk="0" h="468" w="1536">
                  <a:moveTo>
                    <a:pt x="234" y="0"/>
                  </a:moveTo>
                  <a:lnTo>
                    <a:pt x="134" y="33"/>
                  </a:lnTo>
                  <a:lnTo>
                    <a:pt x="67" y="67"/>
                  </a:lnTo>
                  <a:lnTo>
                    <a:pt x="34" y="133"/>
                  </a:lnTo>
                  <a:lnTo>
                    <a:pt x="1" y="234"/>
                  </a:lnTo>
                  <a:lnTo>
                    <a:pt x="34" y="334"/>
                  </a:lnTo>
                  <a:lnTo>
                    <a:pt x="67" y="400"/>
                  </a:lnTo>
                  <a:lnTo>
                    <a:pt x="134" y="434"/>
                  </a:lnTo>
                  <a:lnTo>
                    <a:pt x="234" y="467"/>
                  </a:lnTo>
                  <a:lnTo>
                    <a:pt x="1302" y="467"/>
                  </a:lnTo>
                  <a:lnTo>
                    <a:pt x="1369" y="434"/>
                  </a:lnTo>
                  <a:lnTo>
                    <a:pt x="1469" y="400"/>
                  </a:lnTo>
                  <a:lnTo>
                    <a:pt x="1502" y="334"/>
                  </a:lnTo>
                  <a:lnTo>
                    <a:pt x="1535" y="234"/>
                  </a:lnTo>
                  <a:lnTo>
                    <a:pt x="1502" y="133"/>
                  </a:lnTo>
                  <a:lnTo>
                    <a:pt x="1435" y="67"/>
                  </a:lnTo>
                  <a:lnTo>
                    <a:pt x="1369" y="33"/>
                  </a:lnTo>
                  <a:lnTo>
                    <a:pt x="13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8"/>
            <p:cNvSpPr/>
            <p:nvPr/>
          </p:nvSpPr>
          <p:spPr>
            <a:xfrm>
              <a:off x="624275" y="2138925"/>
              <a:ext cx="28400" cy="14200"/>
            </a:xfrm>
            <a:custGeom>
              <a:rect b="b" l="l" r="r" t="t"/>
              <a:pathLst>
                <a:path extrusionOk="0" h="568" w="1136">
                  <a:moveTo>
                    <a:pt x="234" y="1"/>
                  </a:moveTo>
                  <a:lnTo>
                    <a:pt x="134" y="34"/>
                  </a:lnTo>
                  <a:lnTo>
                    <a:pt x="68" y="67"/>
                  </a:lnTo>
                  <a:lnTo>
                    <a:pt x="34" y="168"/>
                  </a:lnTo>
                  <a:lnTo>
                    <a:pt x="1" y="234"/>
                  </a:lnTo>
                  <a:lnTo>
                    <a:pt x="34" y="334"/>
                  </a:lnTo>
                  <a:lnTo>
                    <a:pt x="68" y="401"/>
                  </a:lnTo>
                  <a:lnTo>
                    <a:pt x="134" y="434"/>
                  </a:lnTo>
                  <a:lnTo>
                    <a:pt x="234" y="468"/>
                  </a:lnTo>
                  <a:lnTo>
                    <a:pt x="868" y="568"/>
                  </a:lnTo>
                  <a:lnTo>
                    <a:pt x="968" y="535"/>
                  </a:lnTo>
                  <a:lnTo>
                    <a:pt x="1035" y="501"/>
                  </a:lnTo>
                  <a:lnTo>
                    <a:pt x="1102" y="401"/>
                  </a:lnTo>
                  <a:lnTo>
                    <a:pt x="1135" y="334"/>
                  </a:lnTo>
                  <a:lnTo>
                    <a:pt x="1102" y="234"/>
                  </a:lnTo>
                  <a:lnTo>
                    <a:pt x="1035" y="168"/>
                  </a:lnTo>
                  <a:lnTo>
                    <a:pt x="1002" y="134"/>
                  </a:lnTo>
                  <a:lnTo>
                    <a:pt x="868" y="101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8" name="Google Shape;548;p38"/>
          <p:cNvSpPr txBox="1"/>
          <p:nvPr>
            <p:ph idx="3" type="ctrTitle"/>
          </p:nvPr>
        </p:nvSpPr>
        <p:spPr>
          <a:xfrm>
            <a:off x="6300070" y="234507"/>
            <a:ext cx="2490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"/>
              </a:spcAft>
              <a:buNone/>
            </a:pPr>
            <a:r>
              <a:rPr lang="en"/>
              <a:t>Numerical Optimization</a:t>
            </a:r>
            <a:endParaRPr/>
          </a:p>
        </p:txBody>
      </p:sp>
      <p:sp>
        <p:nvSpPr>
          <p:cNvPr id="549" name="Google Shape;549;p38"/>
          <p:cNvSpPr txBox="1"/>
          <p:nvPr>
            <p:ph idx="12" type="sldNum"/>
          </p:nvPr>
        </p:nvSpPr>
        <p:spPr>
          <a:xfrm>
            <a:off x="8380275" y="4513500"/>
            <a:ext cx="4107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ctricity Supplier Business Plan by Slidesgo">
  <a:themeElements>
    <a:clrScheme name="Simple Light">
      <a:dk1>
        <a:srgbClr val="000000"/>
      </a:dk1>
      <a:lt1>
        <a:srgbClr val="FFECD6"/>
      </a:lt1>
      <a:dk2>
        <a:srgbClr val="FFFFFF"/>
      </a:dk2>
      <a:lt2>
        <a:srgbClr val="E5744C"/>
      </a:lt2>
      <a:accent1>
        <a:srgbClr val="98E5CB"/>
      </a:accent1>
      <a:accent2>
        <a:srgbClr val="F4DF4A"/>
      </a:accent2>
      <a:accent3>
        <a:srgbClr val="B1DEFD"/>
      </a:accent3>
      <a:accent4>
        <a:srgbClr val="FFFFFF"/>
      </a:accent4>
      <a:accent5>
        <a:srgbClr val="FFFFFF"/>
      </a:accent5>
      <a:accent6>
        <a:srgbClr val="000000"/>
      </a:accent6>
      <a:hlink>
        <a:srgbClr val="1B1A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